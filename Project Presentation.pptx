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4"/>
  </p:sldMasterIdLst>
  <p:notesMasterIdLst>
    <p:notesMasterId r:id="rId15"/>
  </p:notesMasterIdLst>
  <p:sldIdLst>
    <p:sldId id="256" r:id="rId5"/>
    <p:sldId id="275" r:id="rId6"/>
    <p:sldId id="277" r:id="rId7"/>
    <p:sldId id="281" r:id="rId8"/>
    <p:sldId id="280" r:id="rId9"/>
    <p:sldId id="278" r:id="rId10"/>
    <p:sldId id="272" r:id="rId11"/>
    <p:sldId id="271" r:id="rId12"/>
    <p:sldId id="273" r:id="rId13"/>
    <p:sldId id="274" r:id="rId14"/>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269"/>
    <a:srgbClr val="006A53"/>
    <a:srgbClr val="722257"/>
    <a:srgbClr val="F0B323"/>
    <a:srgbClr val="FFB25B"/>
    <a:srgbClr val="658D1B"/>
    <a:srgbClr val="D2D755"/>
    <a:srgbClr val="3CDBC0"/>
    <a:srgbClr val="00A9E1"/>
    <a:srgbClr val="B1B3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75C4A9-DFAB-7DF0-5E8F-8E7B810D7691}" v="610" dt="2025-12-02T08:18:45.252"/>
    <p1510:client id="{224DEEA7-51CE-3C5D-FF4F-A447830071B3}" v="2" dt="2025-12-03T00:54:32.543"/>
    <p1510:client id="{25006068-85A5-AA8C-7764-171553881541}" v="106" dt="2025-12-02T00:45:02.080"/>
    <p1510:client id="{5DE69276-6B43-3EC8-83DE-6D2E97D6C85A}" v="847" dt="2025-12-02T05:58:20.064"/>
    <p1510:client id="{73A9E2DF-7D33-F9C1-1268-379ADE0B46C4}" v="1" dt="2025-12-03T00:45:39.464"/>
    <p1510:client id="{848F2FEF-5C95-0AA7-3DCD-2591091846B4}" v="1" dt="2025-12-03T00:20:03.4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R. Montgomery" userId="S::bmontgomery1@cpp.edu::c65b8ee1-e1b2-45e1-af8e-32314e7ff87d" providerId="AD" clId="Web-{8AEC29E7-09E0-E3D4-EC47-84F1A1B94385}"/>
    <pc:docChg chg="addSld delSld modSld sldOrd">
      <pc:chgData name="Brian R. Montgomery" userId="S::bmontgomery1@cpp.edu::c65b8ee1-e1b2-45e1-af8e-32314e7ff87d" providerId="AD" clId="Web-{8AEC29E7-09E0-E3D4-EC47-84F1A1B94385}" dt="2025-11-27T03:49:25.054" v="252" actId="20577"/>
      <pc:docMkLst>
        <pc:docMk/>
      </pc:docMkLst>
      <pc:sldChg chg="delSp modSp">
        <pc:chgData name="Brian R. Montgomery" userId="S::bmontgomery1@cpp.edu::c65b8ee1-e1b2-45e1-af8e-32314e7ff87d" providerId="AD" clId="Web-{8AEC29E7-09E0-E3D4-EC47-84F1A1B94385}" dt="2025-11-27T03:37:42.128" v="236" actId="1076"/>
        <pc:sldMkLst>
          <pc:docMk/>
          <pc:sldMk cId="1514352182" sldId="256"/>
        </pc:sldMkLst>
        <pc:spChg chg="mod">
          <ac:chgData name="Brian R. Montgomery" userId="S::bmontgomery1@cpp.edu::c65b8ee1-e1b2-45e1-af8e-32314e7ff87d" providerId="AD" clId="Web-{8AEC29E7-09E0-E3D4-EC47-84F1A1B94385}" dt="2025-11-27T03:37:42.128" v="236" actId="1076"/>
          <ac:spMkLst>
            <pc:docMk/>
            <pc:sldMk cId="1514352182" sldId="256"/>
            <ac:spMk id="3" creationId="{00000000-0000-0000-0000-000000000000}"/>
          </ac:spMkLst>
        </pc:spChg>
        <pc:spChg chg="mod">
          <ac:chgData name="Brian R. Montgomery" userId="S::bmontgomery1@cpp.edu::c65b8ee1-e1b2-45e1-af8e-32314e7ff87d" providerId="AD" clId="Web-{8AEC29E7-09E0-E3D4-EC47-84F1A1B94385}" dt="2025-11-27T03:15:29.118" v="26" actId="20577"/>
          <ac:spMkLst>
            <pc:docMk/>
            <pc:sldMk cId="1514352182" sldId="256"/>
            <ac:spMk id="4" creationId="{BEE0DB91-59B6-6B47-6E08-771F817FA1FB}"/>
          </ac:spMkLst>
        </pc:spChg>
      </pc:sldChg>
      <pc:sldChg chg="modSp add replId">
        <pc:chgData name="Brian R. Montgomery" userId="S::bmontgomery1@cpp.edu::c65b8ee1-e1b2-45e1-af8e-32314e7ff87d" providerId="AD" clId="Web-{8AEC29E7-09E0-E3D4-EC47-84F1A1B94385}" dt="2025-11-27T03:35:31.868" v="231" actId="20577"/>
        <pc:sldMkLst>
          <pc:docMk/>
          <pc:sldMk cId="2542747236" sldId="271"/>
        </pc:sldMkLst>
        <pc:spChg chg="mod">
          <ac:chgData name="Brian R. Montgomery" userId="S::bmontgomery1@cpp.edu::c65b8ee1-e1b2-45e1-af8e-32314e7ff87d" providerId="AD" clId="Web-{8AEC29E7-09E0-E3D4-EC47-84F1A1B94385}" dt="2025-11-27T03:34:04.985" v="224" actId="20577"/>
          <ac:spMkLst>
            <pc:docMk/>
            <pc:sldMk cId="2542747236" sldId="271"/>
            <ac:spMk id="2" creationId="{0401EF8A-68FB-73C8-895E-09FB2DBBA885}"/>
          </ac:spMkLst>
        </pc:spChg>
        <pc:spChg chg="mod">
          <ac:chgData name="Brian R. Montgomery" userId="S::bmontgomery1@cpp.edu::c65b8ee1-e1b2-45e1-af8e-32314e7ff87d" providerId="AD" clId="Web-{8AEC29E7-09E0-E3D4-EC47-84F1A1B94385}" dt="2025-11-27T03:35:31.868" v="231" actId="20577"/>
          <ac:spMkLst>
            <pc:docMk/>
            <pc:sldMk cId="2542747236" sldId="271"/>
            <ac:spMk id="3" creationId="{4FAE1F42-6991-CBE0-6830-324AF4748A7B}"/>
          </ac:spMkLst>
        </pc:spChg>
      </pc:sldChg>
      <pc:sldChg chg="add replId">
        <pc:chgData name="Brian R. Montgomery" userId="S::bmontgomery1@cpp.edu::c65b8ee1-e1b2-45e1-af8e-32314e7ff87d" providerId="AD" clId="Web-{8AEC29E7-09E0-E3D4-EC47-84F1A1B94385}" dt="2025-11-27T03:17:33.027" v="47"/>
        <pc:sldMkLst>
          <pc:docMk/>
          <pc:sldMk cId="886131840" sldId="272"/>
        </pc:sldMkLst>
      </pc:sldChg>
      <pc:sldChg chg="delSp modSp add ord replId">
        <pc:chgData name="Brian R. Montgomery" userId="S::bmontgomery1@cpp.edu::c65b8ee1-e1b2-45e1-af8e-32314e7ff87d" providerId="AD" clId="Web-{8AEC29E7-09E0-E3D4-EC47-84F1A1B94385}" dt="2025-11-27T03:47:21.927" v="247"/>
        <pc:sldMkLst>
          <pc:docMk/>
          <pc:sldMk cId="3574572987" sldId="273"/>
        </pc:sldMkLst>
        <pc:spChg chg="mod">
          <ac:chgData name="Brian R. Montgomery" userId="S::bmontgomery1@cpp.edu::c65b8ee1-e1b2-45e1-af8e-32314e7ff87d" providerId="AD" clId="Web-{8AEC29E7-09E0-E3D4-EC47-84F1A1B94385}" dt="2025-11-27T03:45:03.566" v="246" actId="20577"/>
          <ac:spMkLst>
            <pc:docMk/>
            <pc:sldMk cId="3574572987" sldId="273"/>
            <ac:spMk id="2" creationId="{DBD93A31-6EAE-BC74-3062-E8DA1B4EDF38}"/>
          </ac:spMkLst>
        </pc:spChg>
      </pc:sldChg>
    </pc:docChg>
  </pc:docChgLst>
  <pc:docChgLst>
    <pc:chgData name="Pearl Baghel" userId="S::pbaghel@cpp.edu::cc4b82ec-aa9f-4712-a543-49819c9e65d5" providerId="AD" clId="Web-{73A9E2DF-7D33-F9C1-1268-379ADE0B46C4}"/>
    <pc:docChg chg="modSld">
      <pc:chgData name="Pearl Baghel" userId="S::pbaghel@cpp.edu::cc4b82ec-aa9f-4712-a543-49819c9e65d5" providerId="AD" clId="Web-{73A9E2DF-7D33-F9C1-1268-379ADE0B46C4}" dt="2025-12-03T00:45:39.355" v="306"/>
      <pc:docMkLst>
        <pc:docMk/>
      </pc:docMkLst>
      <pc:sldChg chg="modNotes">
        <pc:chgData name="Pearl Baghel" userId="S::pbaghel@cpp.edu::cc4b82ec-aa9f-4712-a543-49819c9e65d5" providerId="AD" clId="Web-{73A9E2DF-7D33-F9C1-1268-379ADE0B46C4}" dt="2025-12-03T00:45:39.355" v="306"/>
        <pc:sldMkLst>
          <pc:docMk/>
          <pc:sldMk cId="886131840" sldId="272"/>
        </pc:sldMkLst>
      </pc:sldChg>
      <pc:sldChg chg="modNotes">
        <pc:chgData name="Pearl Baghel" userId="S::pbaghel@cpp.edu::cc4b82ec-aa9f-4712-a543-49819c9e65d5" providerId="AD" clId="Web-{73A9E2DF-7D33-F9C1-1268-379ADE0B46C4}" dt="2025-12-02T23:41:29.025" v="282"/>
        <pc:sldMkLst>
          <pc:docMk/>
          <pc:sldMk cId="1660837485" sldId="281"/>
        </pc:sldMkLst>
      </pc:sldChg>
    </pc:docChg>
  </pc:docChgLst>
  <pc:docChgLst>
    <pc:chgData name="Brian R. Montgomery" userId="S::bmontgomery1@cpp.edu::c65b8ee1-e1b2-45e1-af8e-32314e7ff87d" providerId="AD" clId="Web-{5DE69276-6B43-3EC8-83DE-6D2E97D6C85A}"/>
    <pc:docChg chg="addSld delSld modSld sldOrd">
      <pc:chgData name="Brian R. Montgomery" userId="S::bmontgomery1@cpp.edu::c65b8ee1-e1b2-45e1-af8e-32314e7ff87d" providerId="AD" clId="Web-{5DE69276-6B43-3EC8-83DE-6D2E97D6C85A}" dt="2025-12-02T05:58:17.939" v="4529" actId="20577"/>
      <pc:docMkLst>
        <pc:docMk/>
      </pc:docMkLst>
      <pc:sldChg chg="modSp modNotes">
        <pc:chgData name="Brian R. Montgomery" userId="S::bmontgomery1@cpp.edu::c65b8ee1-e1b2-45e1-af8e-32314e7ff87d" providerId="AD" clId="Web-{5DE69276-6B43-3EC8-83DE-6D2E97D6C85A}" dt="2025-12-02T04:15:53.595" v="3342"/>
        <pc:sldMkLst>
          <pc:docMk/>
          <pc:sldMk cId="2542747236" sldId="271"/>
        </pc:sldMkLst>
        <pc:spChg chg="mod">
          <ac:chgData name="Brian R. Montgomery" userId="S::bmontgomery1@cpp.edu::c65b8ee1-e1b2-45e1-af8e-32314e7ff87d" providerId="AD" clId="Web-{5DE69276-6B43-3EC8-83DE-6D2E97D6C85A}" dt="2025-12-02T02:53:51.626" v="86" actId="14100"/>
          <ac:spMkLst>
            <pc:docMk/>
            <pc:sldMk cId="2542747236" sldId="271"/>
            <ac:spMk id="3" creationId="{4FAE1F42-6991-CBE0-6830-324AF4748A7B}"/>
          </ac:spMkLst>
        </pc:spChg>
        <pc:picChg chg="mod">
          <ac:chgData name="Brian R. Montgomery" userId="S::bmontgomery1@cpp.edu::c65b8ee1-e1b2-45e1-af8e-32314e7ff87d" providerId="AD" clId="Web-{5DE69276-6B43-3EC8-83DE-6D2E97D6C85A}" dt="2025-12-02T02:54:06.642" v="87" actId="1076"/>
          <ac:picMkLst>
            <pc:docMk/>
            <pc:sldMk cId="2542747236" sldId="271"/>
            <ac:picMk id="6" creationId="{300B057F-A5C3-9D6F-EDAA-A3E185EE1B66}"/>
          </ac:picMkLst>
        </pc:picChg>
      </pc:sldChg>
      <pc:sldChg chg="addSp delSp modSp modNotes">
        <pc:chgData name="Brian R. Montgomery" userId="S::bmontgomery1@cpp.edu::c65b8ee1-e1b2-45e1-af8e-32314e7ff87d" providerId="AD" clId="Web-{5DE69276-6B43-3EC8-83DE-6D2E97D6C85A}" dt="2025-12-02T03:36:51.549" v="2789"/>
        <pc:sldMkLst>
          <pc:docMk/>
          <pc:sldMk cId="3906082102" sldId="275"/>
        </pc:sldMkLst>
        <pc:spChg chg="del mod">
          <ac:chgData name="Brian R. Montgomery" userId="S::bmontgomery1@cpp.edu::c65b8ee1-e1b2-45e1-af8e-32314e7ff87d" providerId="AD" clId="Web-{5DE69276-6B43-3EC8-83DE-6D2E97D6C85A}" dt="2025-12-02T02:44:25.460" v="37"/>
          <ac:spMkLst>
            <pc:docMk/>
            <pc:sldMk cId="3906082102" sldId="275"/>
            <ac:spMk id="3" creationId="{0E651ACF-69E3-DC39-7B45-F6E4FB07672A}"/>
          </ac:spMkLst>
        </pc:spChg>
        <pc:spChg chg="mod">
          <ac:chgData name="Brian R. Montgomery" userId="S::bmontgomery1@cpp.edu::c65b8ee1-e1b2-45e1-af8e-32314e7ff87d" providerId="AD" clId="Web-{5DE69276-6B43-3EC8-83DE-6D2E97D6C85A}" dt="2025-12-02T02:42:34.925" v="34" actId="20577"/>
          <ac:spMkLst>
            <pc:docMk/>
            <pc:sldMk cId="3906082102" sldId="275"/>
            <ac:spMk id="4" creationId="{46DE4DCE-16BB-02F2-3034-539981701894}"/>
          </ac:spMkLst>
        </pc:spChg>
        <pc:spChg chg="add del mod">
          <ac:chgData name="Brian R. Montgomery" userId="S::bmontgomery1@cpp.edu::c65b8ee1-e1b2-45e1-af8e-32314e7ff87d" providerId="AD" clId="Web-{5DE69276-6B43-3EC8-83DE-6D2E97D6C85A}" dt="2025-12-02T02:45:05.789" v="40"/>
          <ac:spMkLst>
            <pc:docMk/>
            <pc:sldMk cId="3906082102" sldId="275"/>
            <ac:spMk id="7" creationId="{74310186-D998-208A-6670-8C5BB2F5A829}"/>
          </ac:spMkLst>
        </pc:spChg>
        <pc:spChg chg="add del mod">
          <ac:chgData name="Brian R. Montgomery" userId="S::bmontgomery1@cpp.edu::c65b8ee1-e1b2-45e1-af8e-32314e7ff87d" providerId="AD" clId="Web-{5DE69276-6B43-3EC8-83DE-6D2E97D6C85A}" dt="2025-12-02T02:47:58.543" v="46"/>
          <ac:spMkLst>
            <pc:docMk/>
            <pc:sldMk cId="3906082102" sldId="275"/>
            <ac:spMk id="10" creationId="{0F678AA3-1D51-1E12-6B50-D194BF3C9E07}"/>
          </ac:spMkLst>
        </pc:spChg>
        <pc:picChg chg="add del mod ord">
          <ac:chgData name="Brian R. Montgomery" userId="S::bmontgomery1@cpp.edu::c65b8ee1-e1b2-45e1-af8e-32314e7ff87d" providerId="AD" clId="Web-{5DE69276-6B43-3EC8-83DE-6D2E97D6C85A}" dt="2025-12-02T02:44:40.273" v="39"/>
          <ac:picMkLst>
            <pc:docMk/>
            <pc:sldMk cId="3906082102" sldId="275"/>
            <ac:picMk id="2" creationId="{B1EB6A1E-A8D1-1A82-DACA-23B158DD9F18}"/>
          </ac:picMkLst>
        </pc:picChg>
        <pc:picChg chg="add del mod ord">
          <ac:chgData name="Brian R. Montgomery" userId="S::bmontgomery1@cpp.edu::c65b8ee1-e1b2-45e1-af8e-32314e7ff87d" providerId="AD" clId="Web-{5DE69276-6B43-3EC8-83DE-6D2E97D6C85A}" dt="2025-12-02T02:45:49.025" v="45"/>
          <ac:picMkLst>
            <pc:docMk/>
            <pc:sldMk cId="3906082102" sldId="275"/>
            <ac:picMk id="8" creationId="{1AC218A2-00E7-9FCA-4507-857A34902539}"/>
          </ac:picMkLst>
        </pc:picChg>
        <pc:picChg chg="add mod ord">
          <ac:chgData name="Brian R. Montgomery" userId="S::bmontgomery1@cpp.edu::c65b8ee1-e1b2-45e1-af8e-32314e7ff87d" providerId="AD" clId="Web-{5DE69276-6B43-3EC8-83DE-6D2E97D6C85A}" dt="2025-12-02T02:54:58.504" v="93" actId="1076"/>
          <ac:picMkLst>
            <pc:docMk/>
            <pc:sldMk cId="3906082102" sldId="275"/>
            <ac:picMk id="11" creationId="{2127A6AA-1CFA-0D45-271A-F1EE6D48930C}"/>
          </ac:picMkLst>
        </pc:picChg>
        <pc:picChg chg="add mod modCrop">
          <ac:chgData name="Brian R. Montgomery" userId="S::bmontgomery1@cpp.edu::c65b8ee1-e1b2-45e1-af8e-32314e7ff87d" providerId="AD" clId="Web-{5DE69276-6B43-3EC8-83DE-6D2E97D6C85A}" dt="2025-12-02T02:54:52.113" v="91" actId="1076"/>
          <ac:picMkLst>
            <pc:docMk/>
            <pc:sldMk cId="3906082102" sldId="275"/>
            <ac:picMk id="12" creationId="{CD4F0CE7-77BE-AF80-8B38-88A7C56DECBE}"/>
          </ac:picMkLst>
        </pc:picChg>
        <pc:picChg chg="add mod modCrop">
          <ac:chgData name="Brian R. Montgomery" userId="S::bmontgomery1@cpp.edu::c65b8ee1-e1b2-45e1-af8e-32314e7ff87d" providerId="AD" clId="Web-{5DE69276-6B43-3EC8-83DE-6D2E97D6C85A}" dt="2025-12-02T02:52:20.073" v="71" actId="1076"/>
          <ac:picMkLst>
            <pc:docMk/>
            <pc:sldMk cId="3906082102" sldId="275"/>
            <ac:picMk id="13" creationId="{4A2A19CE-F015-BC7C-73D2-7F54C55C67A3}"/>
          </ac:picMkLst>
        </pc:picChg>
      </pc:sldChg>
      <pc:sldChg chg="delSp modSp add ord replId">
        <pc:chgData name="Brian R. Montgomery" userId="S::bmontgomery1@cpp.edu::c65b8ee1-e1b2-45e1-af8e-32314e7ff87d" providerId="AD" clId="Web-{5DE69276-6B43-3EC8-83DE-6D2E97D6C85A}" dt="2025-12-02T05:58:17.939" v="4529" actId="20577"/>
        <pc:sldMkLst>
          <pc:docMk/>
          <pc:sldMk cId="168062943" sldId="278"/>
        </pc:sldMkLst>
        <pc:spChg chg="mod">
          <ac:chgData name="Brian R. Montgomery" userId="S::bmontgomery1@cpp.edu::c65b8ee1-e1b2-45e1-af8e-32314e7ff87d" providerId="AD" clId="Web-{5DE69276-6B43-3EC8-83DE-6D2E97D6C85A}" dt="2025-12-02T05:58:17.939" v="4529" actId="20577"/>
          <ac:spMkLst>
            <pc:docMk/>
            <pc:sldMk cId="168062943" sldId="278"/>
            <ac:spMk id="5" creationId="{81A861D7-934F-4469-8616-3FD17A258BB4}"/>
          </ac:spMkLst>
        </pc:spChg>
        <pc:spChg chg="del mod">
          <ac:chgData name="Brian R. Montgomery" userId="S::bmontgomery1@cpp.edu::c65b8ee1-e1b2-45e1-af8e-32314e7ff87d" providerId="AD" clId="Web-{5DE69276-6B43-3EC8-83DE-6D2E97D6C85A}" dt="2025-12-02T05:27:37.689" v="3455"/>
          <ac:spMkLst>
            <pc:docMk/>
            <pc:sldMk cId="168062943" sldId="278"/>
            <ac:spMk id="6" creationId="{4582CE05-841D-4231-6CA0-8B37F711CF2D}"/>
          </ac:spMkLst>
        </pc:spChg>
        <pc:spChg chg="mod">
          <ac:chgData name="Brian R. Montgomery" userId="S::bmontgomery1@cpp.edu::c65b8ee1-e1b2-45e1-af8e-32314e7ff87d" providerId="AD" clId="Web-{5DE69276-6B43-3EC8-83DE-6D2E97D6C85A}" dt="2025-12-02T05:40:48.764" v="3640" actId="1076"/>
          <ac:spMkLst>
            <pc:docMk/>
            <pc:sldMk cId="168062943" sldId="278"/>
            <ac:spMk id="8" creationId="{7AA4815A-6B51-EF94-56A5-051C9E5B2D3A}"/>
          </ac:spMkLst>
        </pc:spChg>
        <pc:picChg chg="del">
          <ac:chgData name="Brian R. Montgomery" userId="S::bmontgomery1@cpp.edu::c65b8ee1-e1b2-45e1-af8e-32314e7ff87d" providerId="AD" clId="Web-{5DE69276-6B43-3EC8-83DE-6D2E97D6C85A}" dt="2025-12-02T04:55:39.717" v="3367"/>
          <ac:picMkLst>
            <pc:docMk/>
            <pc:sldMk cId="168062943" sldId="278"/>
            <ac:picMk id="3" creationId="{C4FD6A83-3432-26E6-413E-561C54C0C499}"/>
          </ac:picMkLst>
        </pc:picChg>
        <pc:picChg chg="del">
          <ac:chgData name="Brian R. Montgomery" userId="S::bmontgomery1@cpp.edu::c65b8ee1-e1b2-45e1-af8e-32314e7ff87d" providerId="AD" clId="Web-{5DE69276-6B43-3EC8-83DE-6D2E97D6C85A}" dt="2025-12-02T04:55:37.749" v="3366"/>
          <ac:picMkLst>
            <pc:docMk/>
            <pc:sldMk cId="168062943" sldId="278"/>
            <ac:picMk id="4" creationId="{00524BA5-03ED-7073-C33C-420C96AEC15F}"/>
          </ac:picMkLst>
        </pc:picChg>
        <pc:picChg chg="del">
          <ac:chgData name="Brian R. Montgomery" userId="S::bmontgomery1@cpp.edu::c65b8ee1-e1b2-45e1-af8e-32314e7ff87d" providerId="AD" clId="Web-{5DE69276-6B43-3EC8-83DE-6D2E97D6C85A}" dt="2025-12-02T04:55:35.608" v="3365"/>
          <ac:picMkLst>
            <pc:docMk/>
            <pc:sldMk cId="168062943" sldId="278"/>
            <ac:picMk id="5" creationId="{B87BD449-CC9C-1AAB-E772-F47C9D7C9162}"/>
          </ac:picMkLst>
        </pc:picChg>
      </pc:sldChg>
      <pc:sldChg chg="del modNotes">
        <pc:chgData name="Brian R. Montgomery" userId="S::bmontgomery1@cpp.edu::c65b8ee1-e1b2-45e1-af8e-32314e7ff87d" providerId="AD" clId="Web-{5DE69276-6B43-3EC8-83DE-6D2E97D6C85A}" dt="2025-12-02T05:51:12.784" v="3655"/>
        <pc:sldMkLst>
          <pc:docMk/>
          <pc:sldMk cId="3580422478" sldId="279"/>
        </pc:sldMkLst>
      </pc:sldChg>
      <pc:sldChg chg="modSp del">
        <pc:chgData name="Brian R. Montgomery" userId="S::bmontgomery1@cpp.edu::c65b8ee1-e1b2-45e1-af8e-32314e7ff87d" providerId="AD" clId="Web-{5DE69276-6B43-3EC8-83DE-6D2E97D6C85A}" dt="2025-12-02T05:25:40.062" v="3431"/>
        <pc:sldMkLst>
          <pc:docMk/>
          <pc:sldMk cId="1478086522" sldId="280"/>
        </pc:sldMkLst>
        <pc:spChg chg="mod">
          <ac:chgData name="Brian R. Montgomery" userId="S::bmontgomery1@cpp.edu::c65b8ee1-e1b2-45e1-af8e-32314e7ff87d" providerId="AD" clId="Web-{5DE69276-6B43-3EC8-83DE-6D2E97D6C85A}" dt="2025-12-02T05:25:29.484" v="3430" actId="20577"/>
          <ac:spMkLst>
            <pc:docMk/>
            <pc:sldMk cId="1478086522" sldId="280"/>
            <ac:spMk id="4" creationId="{2577FDEF-255E-0E84-ADF1-8900F6B27A99}"/>
          </ac:spMkLst>
        </pc:spChg>
      </pc:sldChg>
      <pc:sldChg chg="addSp modSp add replId modNotes">
        <pc:chgData name="Brian R. Montgomery" userId="S::bmontgomery1@cpp.edu::c65b8ee1-e1b2-45e1-af8e-32314e7ff87d" providerId="AD" clId="Web-{5DE69276-6B43-3EC8-83DE-6D2E97D6C85A}" dt="2025-12-02T05:54:57.934" v="4424"/>
        <pc:sldMkLst>
          <pc:docMk/>
          <pc:sldMk cId="4254813388" sldId="280"/>
        </pc:sldMkLst>
        <pc:spChg chg="mod">
          <ac:chgData name="Brian R. Montgomery" userId="S::bmontgomery1@cpp.edu::c65b8ee1-e1b2-45e1-af8e-32314e7ff87d" providerId="AD" clId="Web-{5DE69276-6B43-3EC8-83DE-6D2E97D6C85A}" dt="2025-12-02T05:39:00.871" v="3623" actId="1076"/>
          <ac:spMkLst>
            <pc:docMk/>
            <pc:sldMk cId="4254813388" sldId="280"/>
            <ac:spMk id="6" creationId="{6CE2E0C7-6E84-A253-C649-2A15F8DC98A2}"/>
          </ac:spMkLst>
        </pc:spChg>
        <pc:spChg chg="mod">
          <ac:chgData name="Brian R. Montgomery" userId="S::bmontgomery1@cpp.edu::c65b8ee1-e1b2-45e1-af8e-32314e7ff87d" providerId="AD" clId="Web-{5DE69276-6B43-3EC8-83DE-6D2E97D6C85A}" dt="2025-12-02T05:40:10.107" v="3636" actId="1076"/>
          <ac:spMkLst>
            <pc:docMk/>
            <pc:sldMk cId="4254813388" sldId="280"/>
            <ac:spMk id="8" creationId="{CA6541A2-5F42-0123-CFEC-5EEBCDBCBAB5}"/>
          </ac:spMkLst>
        </pc:spChg>
        <pc:picChg chg="add mod">
          <ac:chgData name="Brian R. Montgomery" userId="S::bmontgomery1@cpp.edu::c65b8ee1-e1b2-45e1-af8e-32314e7ff87d" providerId="AD" clId="Web-{5DE69276-6B43-3EC8-83DE-6D2E97D6C85A}" dt="2025-12-02T05:48:51.930" v="3653" actId="1076"/>
          <ac:picMkLst>
            <pc:docMk/>
            <pc:sldMk cId="4254813388" sldId="280"/>
            <ac:picMk id="3" creationId="{3CE961EC-223C-C6CF-2A95-F7EA9D546BF8}"/>
          </ac:picMkLst>
        </pc:picChg>
        <pc:picChg chg="add mod">
          <ac:chgData name="Brian R. Montgomery" userId="S::bmontgomery1@cpp.edu::c65b8ee1-e1b2-45e1-af8e-32314e7ff87d" providerId="AD" clId="Web-{5DE69276-6B43-3EC8-83DE-6D2E97D6C85A}" dt="2025-12-02T05:48:49.555" v="3652" actId="1076"/>
          <ac:picMkLst>
            <pc:docMk/>
            <pc:sldMk cId="4254813388" sldId="280"/>
            <ac:picMk id="4" creationId="{45FB84D5-19BC-B070-070E-46923B39158A}"/>
          </ac:picMkLst>
        </pc:picChg>
      </pc:sldChg>
    </pc:docChg>
  </pc:docChgLst>
  <pc:docChgLst>
    <pc:chgData name="Brian R. Montgomery" userId="S::bmontgomery1@cpp.edu::c65b8ee1-e1b2-45e1-af8e-32314e7ff87d" providerId="AD" clId="Web-{224DEEA7-51CE-3C5D-FF4F-A447830071B3}"/>
    <pc:docChg chg="modSld">
      <pc:chgData name="Brian R. Montgomery" userId="S::bmontgomery1@cpp.edu::c65b8ee1-e1b2-45e1-af8e-32314e7ff87d" providerId="AD" clId="Web-{224DEEA7-51CE-3C5D-FF4F-A447830071B3}" dt="2025-12-03T00:54:32.543" v="1" actId="1076"/>
      <pc:docMkLst>
        <pc:docMk/>
      </pc:docMkLst>
      <pc:sldChg chg="modSp">
        <pc:chgData name="Brian R. Montgomery" userId="S::bmontgomery1@cpp.edu::c65b8ee1-e1b2-45e1-af8e-32314e7ff87d" providerId="AD" clId="Web-{224DEEA7-51CE-3C5D-FF4F-A447830071B3}" dt="2025-12-03T00:54:32.543" v="1" actId="1076"/>
        <pc:sldMkLst>
          <pc:docMk/>
          <pc:sldMk cId="3906082102" sldId="275"/>
        </pc:sldMkLst>
        <pc:picChg chg="mod">
          <ac:chgData name="Brian R. Montgomery" userId="S::bmontgomery1@cpp.edu::c65b8ee1-e1b2-45e1-af8e-32314e7ff87d" providerId="AD" clId="Web-{224DEEA7-51CE-3C5D-FF4F-A447830071B3}" dt="2025-12-03T00:54:32.543" v="1" actId="1076"/>
          <ac:picMkLst>
            <pc:docMk/>
            <pc:sldMk cId="3906082102" sldId="275"/>
            <ac:picMk id="11" creationId="{2127A6AA-1CFA-0D45-271A-F1EE6D48930C}"/>
          </ac:picMkLst>
        </pc:picChg>
      </pc:sldChg>
    </pc:docChg>
  </pc:docChgLst>
  <pc:docChgLst>
    <pc:chgData name="Roberto A. Blanco" userId="S::rablanco@cpp.edu::7732b585-82bc-47ea-bc89-d43a6eea85bf" providerId="AD" clId="Web-{25006068-85A5-AA8C-7764-171553881541}"/>
    <pc:docChg chg="addSld delSld modSld">
      <pc:chgData name="Roberto A. Blanco" userId="S::rablanco@cpp.edu::7732b585-82bc-47ea-bc89-d43a6eea85bf" providerId="AD" clId="Web-{25006068-85A5-AA8C-7764-171553881541}" dt="2025-12-02T03:27:42.821" v="931"/>
      <pc:docMkLst>
        <pc:docMk/>
      </pc:docMkLst>
      <pc:sldChg chg="addSp modSp modNotes">
        <pc:chgData name="Roberto A. Blanco" userId="S::rablanco@cpp.edu::7732b585-82bc-47ea-bc89-d43a6eea85bf" providerId="AD" clId="Web-{25006068-85A5-AA8C-7764-171553881541}" dt="2025-12-02T03:27:42.821" v="931"/>
        <pc:sldMkLst>
          <pc:docMk/>
          <pc:sldMk cId="3574572987" sldId="273"/>
        </pc:sldMkLst>
        <pc:spChg chg="mod">
          <ac:chgData name="Roberto A. Blanco" userId="S::rablanco@cpp.edu::7732b585-82bc-47ea-bc89-d43a6eea85bf" providerId="AD" clId="Web-{25006068-85A5-AA8C-7764-171553881541}" dt="2025-12-01T19:27:05.477" v="69" actId="20577"/>
          <ac:spMkLst>
            <pc:docMk/>
            <pc:sldMk cId="3574572987" sldId="273"/>
            <ac:spMk id="2" creationId="{DBD93A31-6EAE-BC74-3062-E8DA1B4EDF38}"/>
          </ac:spMkLst>
        </pc:spChg>
        <pc:spChg chg="add mod">
          <ac:chgData name="Roberto A. Blanco" userId="S::rablanco@cpp.edu::7732b585-82bc-47ea-bc89-d43a6eea85bf" providerId="AD" clId="Web-{25006068-85A5-AA8C-7764-171553881541}" dt="2025-12-02T00:45:00.174" v="83" actId="20577"/>
          <ac:spMkLst>
            <pc:docMk/>
            <pc:sldMk cId="3574572987" sldId="273"/>
            <ac:spMk id="3" creationId="{1F241FA5-13DD-39EC-3B4F-7FA6B9A9E500}"/>
          </ac:spMkLst>
        </pc:spChg>
      </pc:sldChg>
      <pc:sldChg chg="addSp delSp modSp new modNotes">
        <pc:chgData name="Roberto A. Blanco" userId="S::rablanco@cpp.edu::7732b585-82bc-47ea-bc89-d43a6eea85bf" providerId="AD" clId="Web-{25006068-85A5-AA8C-7764-171553881541}" dt="2025-12-02T03:23:23.132" v="619"/>
        <pc:sldMkLst>
          <pc:docMk/>
          <pc:sldMk cId="2322033255" sldId="277"/>
        </pc:sldMkLst>
        <pc:spChg chg="add mod">
          <ac:chgData name="Roberto A. Blanco" userId="S::rablanco@cpp.edu::7732b585-82bc-47ea-bc89-d43a6eea85bf" providerId="AD" clId="Web-{25006068-85A5-AA8C-7764-171553881541}" dt="2025-12-01T03:45:08.347" v="43" actId="14100"/>
          <ac:spMkLst>
            <pc:docMk/>
            <pc:sldMk cId="2322033255" sldId="277"/>
            <ac:spMk id="6" creationId="{5D171719-7F8F-017F-9CE1-E214F3E1BC2F}"/>
          </ac:spMkLst>
        </pc:spChg>
        <pc:spChg chg="add mod">
          <ac:chgData name="Roberto A. Blanco" userId="S::rablanco@cpp.edu::7732b585-82bc-47ea-bc89-d43a6eea85bf" providerId="AD" clId="Web-{25006068-85A5-AA8C-7764-171553881541}" dt="2025-12-01T03:46:08.347" v="65" actId="20577"/>
          <ac:spMkLst>
            <pc:docMk/>
            <pc:sldMk cId="2322033255" sldId="277"/>
            <ac:spMk id="8" creationId="{2F1A783F-8008-02B3-A7C7-A930E9E5606C}"/>
          </ac:spMkLst>
        </pc:spChg>
        <pc:picChg chg="add mod">
          <ac:chgData name="Roberto A. Blanco" userId="S::rablanco@cpp.edu::7732b585-82bc-47ea-bc89-d43a6eea85bf" providerId="AD" clId="Web-{25006068-85A5-AA8C-7764-171553881541}" dt="2025-12-01T03:43:34.972" v="36" actId="1076"/>
          <ac:picMkLst>
            <pc:docMk/>
            <pc:sldMk cId="2322033255" sldId="277"/>
            <ac:picMk id="3" creationId="{2D36E415-206C-3F04-AA76-C5D74A9DFEA8}"/>
          </ac:picMkLst>
        </pc:picChg>
        <pc:picChg chg="add mod">
          <ac:chgData name="Roberto A. Blanco" userId="S::rablanco@cpp.edu::7732b585-82bc-47ea-bc89-d43a6eea85bf" providerId="AD" clId="Web-{25006068-85A5-AA8C-7764-171553881541}" dt="2025-12-01T03:44:05.378" v="38" actId="1076"/>
          <ac:picMkLst>
            <pc:docMk/>
            <pc:sldMk cId="2322033255" sldId="277"/>
            <ac:picMk id="4" creationId="{23B7AB00-3D19-B2E1-8B45-790869D23D2A}"/>
          </ac:picMkLst>
        </pc:picChg>
        <pc:picChg chg="add mod">
          <ac:chgData name="Roberto A. Blanco" userId="S::rablanco@cpp.edu::7732b585-82bc-47ea-bc89-d43a6eea85bf" providerId="AD" clId="Web-{25006068-85A5-AA8C-7764-171553881541}" dt="2025-12-01T03:44:23.191" v="40" actId="1076"/>
          <ac:picMkLst>
            <pc:docMk/>
            <pc:sldMk cId="2322033255" sldId="277"/>
            <ac:picMk id="5" creationId="{73758736-FF4B-F433-84E2-DBD22F3EA2D1}"/>
          </ac:picMkLst>
        </pc:picChg>
      </pc:sldChg>
    </pc:docChg>
  </pc:docChgLst>
  <pc:docChgLst>
    <pc:chgData name="Roberto A. Blanco" userId="S::rablanco@cpp.edu::7732b585-82bc-47ea-bc89-d43a6eea85bf" providerId="AD" clId="Web-{848F2FEF-5C95-0AA7-3DCD-2591091846B4}"/>
    <pc:docChg chg="modSld">
      <pc:chgData name="Roberto A. Blanco" userId="S::rablanco@cpp.edu::7732b585-82bc-47ea-bc89-d43a6eea85bf" providerId="AD" clId="Web-{848F2FEF-5C95-0AA7-3DCD-2591091846B4}" dt="2025-12-03T00:27:10.328" v="2810"/>
      <pc:docMkLst>
        <pc:docMk/>
      </pc:docMkLst>
      <pc:sldChg chg="modNotes">
        <pc:chgData name="Roberto A. Blanco" userId="S::rablanco@cpp.edu::7732b585-82bc-47ea-bc89-d43a6eea85bf" providerId="AD" clId="Web-{848F2FEF-5C95-0AA7-3DCD-2591091846B4}" dt="2025-12-03T00:13:18.878" v="2804"/>
        <pc:sldMkLst>
          <pc:docMk/>
          <pc:sldMk cId="3574572987" sldId="273"/>
        </pc:sldMkLst>
      </pc:sldChg>
      <pc:sldChg chg="modNotes">
        <pc:chgData name="Roberto A. Blanco" userId="S::rablanco@cpp.edu::7732b585-82bc-47ea-bc89-d43a6eea85bf" providerId="AD" clId="Web-{848F2FEF-5C95-0AA7-3DCD-2591091846B4}" dt="2025-12-02T23:26:35.765" v="1795"/>
        <pc:sldMkLst>
          <pc:docMk/>
          <pc:sldMk cId="2322033255" sldId="277"/>
        </pc:sldMkLst>
      </pc:sldChg>
      <pc:sldChg chg="modNotes">
        <pc:chgData name="Roberto A. Blanco" userId="S::rablanco@cpp.edu::7732b585-82bc-47ea-bc89-d43a6eea85bf" providerId="AD" clId="Web-{848F2FEF-5C95-0AA7-3DCD-2591091846B4}" dt="2025-12-03T00:27:10.328" v="2810"/>
        <pc:sldMkLst>
          <pc:docMk/>
          <pc:sldMk cId="168062943" sldId="278"/>
        </pc:sldMkLst>
      </pc:sldChg>
    </pc:docChg>
  </pc:docChgLst>
  <pc:docChgLst>
    <pc:chgData name="Pearl Baghel" userId="S::pbaghel@cpp.edu::cc4b82ec-aa9f-4712-a543-49819c9e65d5" providerId="AD" clId="Web-{933B8DC2-7809-A894-DF0C-21479BC74F1E}"/>
    <pc:docChg chg="modSld">
      <pc:chgData name="Pearl Baghel" userId="S::pbaghel@cpp.edu::cc4b82ec-aa9f-4712-a543-49819c9e65d5" providerId="AD" clId="Web-{933B8DC2-7809-A894-DF0C-21479BC74F1E}" dt="2025-12-01T00:30:10.090" v="149"/>
      <pc:docMkLst>
        <pc:docMk/>
      </pc:docMkLst>
      <pc:sldChg chg="modSp">
        <pc:chgData name="Pearl Baghel" userId="S::pbaghel@cpp.edu::cc4b82ec-aa9f-4712-a543-49819c9e65d5" providerId="AD" clId="Web-{933B8DC2-7809-A894-DF0C-21479BC74F1E}" dt="2025-11-30T23:18:22.781" v="16" actId="20577"/>
        <pc:sldMkLst>
          <pc:docMk/>
          <pc:sldMk cId="2542747236" sldId="271"/>
        </pc:sldMkLst>
        <pc:spChg chg="mod">
          <ac:chgData name="Pearl Baghel" userId="S::pbaghel@cpp.edu::cc4b82ec-aa9f-4712-a543-49819c9e65d5" providerId="AD" clId="Web-{933B8DC2-7809-A894-DF0C-21479BC74F1E}" dt="2025-11-30T23:18:22.781" v="16" actId="20577"/>
          <ac:spMkLst>
            <pc:docMk/>
            <pc:sldMk cId="2542747236" sldId="271"/>
            <ac:spMk id="3" creationId="{4FAE1F42-6991-CBE0-6830-324AF4748A7B}"/>
          </ac:spMkLst>
        </pc:spChg>
      </pc:sldChg>
      <pc:sldChg chg="addSp delSp modSp mod modClrScheme chgLayout modNotes">
        <pc:chgData name="Pearl Baghel" userId="S::pbaghel@cpp.edu::cc4b82ec-aa9f-4712-a543-49819c9e65d5" providerId="AD" clId="Web-{933B8DC2-7809-A894-DF0C-21479BC74F1E}" dt="2025-12-01T00:30:10.090" v="149"/>
        <pc:sldMkLst>
          <pc:docMk/>
          <pc:sldMk cId="886131840" sldId="272"/>
        </pc:sldMkLst>
        <pc:spChg chg="mod">
          <ac:chgData name="Pearl Baghel" userId="S::pbaghel@cpp.edu::cc4b82ec-aa9f-4712-a543-49819c9e65d5" providerId="AD" clId="Web-{933B8DC2-7809-A894-DF0C-21479BC74F1E}" dt="2025-12-01T00:30:10.090" v="149"/>
          <ac:spMkLst>
            <pc:docMk/>
            <pc:sldMk cId="886131840" sldId="272"/>
            <ac:spMk id="2" creationId="{688A3963-4A41-2D24-2C03-8389E9F12A3A}"/>
          </ac:spMkLst>
        </pc:spChg>
        <pc:spChg chg="add del mod">
          <ac:chgData name="Pearl Baghel" userId="S::pbaghel@cpp.edu::cc4b82ec-aa9f-4712-a543-49819c9e65d5" providerId="AD" clId="Web-{933B8DC2-7809-A894-DF0C-21479BC74F1E}" dt="2025-12-01T00:30:10.090" v="149"/>
          <ac:spMkLst>
            <pc:docMk/>
            <pc:sldMk cId="886131840" sldId="272"/>
            <ac:spMk id="3" creationId="{29737254-247B-137F-7E39-FCD473F6B451}"/>
          </ac:spMkLst>
        </pc:spChg>
        <pc:spChg chg="mod">
          <ac:chgData name="Pearl Baghel" userId="S::pbaghel@cpp.edu::cc4b82ec-aa9f-4712-a543-49819c9e65d5" providerId="AD" clId="Web-{933B8DC2-7809-A894-DF0C-21479BC74F1E}" dt="2025-12-01T00:30:10.090" v="149"/>
          <ac:spMkLst>
            <pc:docMk/>
            <pc:sldMk cId="886131840" sldId="272"/>
            <ac:spMk id="4" creationId="{22CC5728-0B2E-D2E9-EE84-C03D94B448F1}"/>
          </ac:spMkLst>
        </pc:spChg>
      </pc:sldChg>
      <pc:sldChg chg="modSp">
        <pc:chgData name="Pearl Baghel" userId="S::pbaghel@cpp.edu::cc4b82ec-aa9f-4712-a543-49819c9e65d5" providerId="AD" clId="Web-{933B8DC2-7809-A894-DF0C-21479BC74F1E}" dt="2025-11-30T23:20:49.390" v="45" actId="20577"/>
        <pc:sldMkLst>
          <pc:docMk/>
          <pc:sldMk cId="3699242014" sldId="274"/>
        </pc:sldMkLst>
        <pc:spChg chg="mod">
          <ac:chgData name="Pearl Baghel" userId="S::pbaghel@cpp.edu::cc4b82ec-aa9f-4712-a543-49819c9e65d5" providerId="AD" clId="Web-{933B8DC2-7809-A894-DF0C-21479BC74F1E}" dt="2025-11-30T23:20:49.390" v="45" actId="20577"/>
          <ac:spMkLst>
            <pc:docMk/>
            <pc:sldMk cId="3699242014" sldId="274"/>
            <ac:spMk id="4" creationId="{CA65AFF9-A3DE-32C2-132F-9716C5DB877E}"/>
          </ac:spMkLst>
        </pc:spChg>
      </pc:sldChg>
    </pc:docChg>
  </pc:docChgLst>
  <pc:docChgLst>
    <pc:chgData name="Pearl Baghel" userId="S::pbaghel@cpp.edu::cc4b82ec-aa9f-4712-a543-49819c9e65d5" providerId="AD" clId="Web-{17FD6B5B-DBED-359E-6BF3-5BBFA1B147C8}"/>
    <pc:docChg chg="addSld modSld sldOrd">
      <pc:chgData name="Pearl Baghel" userId="S::pbaghel@cpp.edu::cc4b82ec-aa9f-4712-a543-49819c9e65d5" providerId="AD" clId="Web-{17FD6B5B-DBED-359E-6BF3-5BBFA1B147C8}" dt="2025-11-27T03:50:09.233" v="66"/>
      <pc:docMkLst>
        <pc:docMk/>
      </pc:docMkLst>
      <pc:sldChg chg="modSp">
        <pc:chgData name="Pearl Baghel" userId="S::pbaghel@cpp.edu::cc4b82ec-aa9f-4712-a543-49819c9e65d5" providerId="AD" clId="Web-{17FD6B5B-DBED-359E-6BF3-5BBFA1B147C8}" dt="2025-11-27T03:42:16.598" v="39" actId="20577"/>
        <pc:sldMkLst>
          <pc:docMk/>
          <pc:sldMk cId="1514352182" sldId="256"/>
        </pc:sldMkLst>
        <pc:spChg chg="mod">
          <ac:chgData name="Pearl Baghel" userId="S::pbaghel@cpp.edu::cc4b82ec-aa9f-4712-a543-49819c9e65d5" providerId="AD" clId="Web-{17FD6B5B-DBED-359E-6BF3-5BBFA1B147C8}" dt="2025-11-27T03:42:16.598" v="39" actId="20577"/>
          <ac:spMkLst>
            <pc:docMk/>
            <pc:sldMk cId="1514352182" sldId="256"/>
            <ac:spMk id="3" creationId="{00000000-0000-0000-0000-000000000000}"/>
          </ac:spMkLst>
        </pc:spChg>
        <pc:spChg chg="mod">
          <ac:chgData name="Pearl Baghel" userId="S::pbaghel@cpp.edu::cc4b82ec-aa9f-4712-a543-49819c9e65d5" providerId="AD" clId="Web-{17FD6B5B-DBED-359E-6BF3-5BBFA1B147C8}" dt="2025-11-27T03:42:03.879" v="37" actId="20577"/>
          <ac:spMkLst>
            <pc:docMk/>
            <pc:sldMk cId="1514352182" sldId="256"/>
            <ac:spMk id="4" creationId="{BEE0DB91-59B6-6B47-6E08-771F817FA1FB}"/>
          </ac:spMkLst>
        </pc:spChg>
      </pc:sldChg>
      <pc:sldChg chg="modSp">
        <pc:chgData name="Pearl Baghel" userId="S::pbaghel@cpp.edu::cc4b82ec-aa9f-4712-a543-49819c9e65d5" providerId="AD" clId="Web-{17FD6B5B-DBED-359E-6BF3-5BBFA1B147C8}" dt="2025-11-27T03:35:19.346" v="8"/>
        <pc:sldMkLst>
          <pc:docMk/>
          <pc:sldMk cId="2542747236" sldId="271"/>
        </pc:sldMkLst>
        <pc:spChg chg="mod">
          <ac:chgData name="Pearl Baghel" userId="S::pbaghel@cpp.edu::cc4b82ec-aa9f-4712-a543-49819c9e65d5" providerId="AD" clId="Web-{17FD6B5B-DBED-359E-6BF3-5BBFA1B147C8}" dt="2025-11-27T03:35:19.346" v="8"/>
          <ac:spMkLst>
            <pc:docMk/>
            <pc:sldMk cId="2542747236" sldId="271"/>
            <ac:spMk id="2" creationId="{0401EF8A-68FB-73C8-895E-09FB2DBBA885}"/>
          </ac:spMkLst>
        </pc:spChg>
      </pc:sldChg>
      <pc:sldChg chg="modSp">
        <pc:chgData name="Pearl Baghel" userId="S::pbaghel@cpp.edu::cc4b82ec-aa9f-4712-a543-49819c9e65d5" providerId="AD" clId="Web-{17FD6B5B-DBED-359E-6BF3-5BBFA1B147C8}" dt="2025-11-27T03:44:39.634" v="43" actId="20577"/>
        <pc:sldMkLst>
          <pc:docMk/>
          <pc:sldMk cId="886131840" sldId="272"/>
        </pc:sldMkLst>
        <pc:spChg chg="mod">
          <ac:chgData name="Pearl Baghel" userId="S::pbaghel@cpp.edu::cc4b82ec-aa9f-4712-a543-49819c9e65d5" providerId="AD" clId="Web-{17FD6B5B-DBED-359E-6BF3-5BBFA1B147C8}" dt="2025-11-27T03:44:39.634" v="43" actId="20577"/>
          <ac:spMkLst>
            <pc:docMk/>
            <pc:sldMk cId="886131840" sldId="272"/>
            <ac:spMk id="2" creationId="{688A3963-4A41-2D24-2C03-8389E9F12A3A}"/>
          </ac:spMkLst>
        </pc:spChg>
      </pc:sldChg>
      <pc:sldChg chg="modSp">
        <pc:chgData name="Pearl Baghel" userId="S::pbaghel@cpp.edu::cc4b82ec-aa9f-4712-a543-49819c9e65d5" providerId="AD" clId="Web-{17FD6B5B-DBED-359E-6BF3-5BBFA1B147C8}" dt="2025-11-27T03:47:22.419" v="46" actId="20577"/>
        <pc:sldMkLst>
          <pc:docMk/>
          <pc:sldMk cId="3574572987" sldId="273"/>
        </pc:sldMkLst>
        <pc:spChg chg="mod">
          <ac:chgData name="Pearl Baghel" userId="S::pbaghel@cpp.edu::cc4b82ec-aa9f-4712-a543-49819c9e65d5" providerId="AD" clId="Web-{17FD6B5B-DBED-359E-6BF3-5BBFA1B147C8}" dt="2025-11-27T03:47:22.419" v="46" actId="20577"/>
          <ac:spMkLst>
            <pc:docMk/>
            <pc:sldMk cId="3574572987" sldId="273"/>
            <ac:spMk id="2" creationId="{DBD93A31-6EAE-BC74-3062-E8DA1B4EDF38}"/>
          </ac:spMkLst>
        </pc:spChg>
      </pc:sldChg>
      <pc:sldChg chg="delSp modSp new">
        <pc:chgData name="Pearl Baghel" userId="S::pbaghel@cpp.edu::cc4b82ec-aa9f-4712-a543-49819c9e65d5" providerId="AD" clId="Web-{17FD6B5B-DBED-359E-6BF3-5BBFA1B147C8}" dt="2025-11-27T03:49:19.295" v="51"/>
        <pc:sldMkLst>
          <pc:docMk/>
          <pc:sldMk cId="3699242014" sldId="274"/>
        </pc:sldMkLst>
        <pc:spChg chg="mod">
          <ac:chgData name="Pearl Baghel" userId="S::pbaghel@cpp.edu::cc4b82ec-aa9f-4712-a543-49819c9e65d5" providerId="AD" clId="Web-{17FD6B5B-DBED-359E-6BF3-5BBFA1B147C8}" dt="2025-11-27T03:49:06.670" v="50" actId="20577"/>
          <ac:spMkLst>
            <pc:docMk/>
            <pc:sldMk cId="3699242014" sldId="274"/>
            <ac:spMk id="4" creationId="{CA65AFF9-A3DE-32C2-132F-9716C5DB877E}"/>
          </ac:spMkLst>
        </pc:spChg>
      </pc:sldChg>
      <pc:sldChg chg="delSp modSp new ord">
        <pc:chgData name="Pearl Baghel" userId="S::pbaghel@cpp.edu::cc4b82ec-aa9f-4712-a543-49819c9e65d5" providerId="AD" clId="Web-{17FD6B5B-DBED-359E-6BF3-5BBFA1B147C8}" dt="2025-11-27T03:50:09.233" v="66"/>
        <pc:sldMkLst>
          <pc:docMk/>
          <pc:sldMk cId="3906082102" sldId="275"/>
        </pc:sldMkLst>
        <pc:spChg chg="mod">
          <ac:chgData name="Pearl Baghel" userId="S::pbaghel@cpp.edu::cc4b82ec-aa9f-4712-a543-49819c9e65d5" providerId="AD" clId="Web-{17FD6B5B-DBED-359E-6BF3-5BBFA1B147C8}" dt="2025-11-27T03:50:06.999" v="65" actId="20577"/>
          <ac:spMkLst>
            <pc:docMk/>
            <pc:sldMk cId="3906082102" sldId="275"/>
            <ac:spMk id="4" creationId="{46DE4DCE-16BB-02F2-3034-539981701894}"/>
          </ac:spMkLst>
        </pc:spChg>
      </pc:sldChg>
    </pc:docChg>
  </pc:docChgLst>
  <pc:docChgLst>
    <pc:chgData name="Pearl Baghel" userId="S::pbaghel@cpp.edu::cc4b82ec-aa9f-4712-a543-49819c9e65d5" providerId="AD" clId="Web-{0A75C4A9-DFAB-7DF0-5E8F-8E7B810D7691}"/>
    <pc:docChg chg="addSld modSld sldOrd">
      <pc:chgData name="Pearl Baghel" userId="S::pbaghel@cpp.edu::cc4b82ec-aa9f-4712-a543-49819c9e65d5" providerId="AD" clId="Web-{0A75C4A9-DFAB-7DF0-5E8F-8E7B810D7691}" dt="2025-12-02T08:18:45.252" v="1261" actId="1076"/>
      <pc:docMkLst>
        <pc:docMk/>
      </pc:docMkLst>
      <pc:sldChg chg="addSp modSp">
        <pc:chgData name="Pearl Baghel" userId="S::pbaghel@cpp.edu::cc4b82ec-aa9f-4712-a543-49819c9e65d5" providerId="AD" clId="Web-{0A75C4A9-DFAB-7DF0-5E8F-8E7B810D7691}" dt="2025-12-02T02:54:14.144" v="173" actId="1076"/>
        <pc:sldMkLst>
          <pc:docMk/>
          <pc:sldMk cId="2542747236" sldId="271"/>
        </pc:sldMkLst>
        <pc:picChg chg="add mod">
          <ac:chgData name="Pearl Baghel" userId="S::pbaghel@cpp.edu::cc4b82ec-aa9f-4712-a543-49819c9e65d5" providerId="AD" clId="Web-{0A75C4A9-DFAB-7DF0-5E8F-8E7B810D7691}" dt="2025-12-02T02:54:14.144" v="173" actId="1076"/>
          <ac:picMkLst>
            <pc:docMk/>
            <pc:sldMk cId="2542747236" sldId="271"/>
            <ac:picMk id="5" creationId="{96488852-3D71-8CE0-EBFA-3C6CB8053034}"/>
          </ac:picMkLst>
        </pc:picChg>
        <pc:picChg chg="add mod">
          <ac:chgData name="Pearl Baghel" userId="S::pbaghel@cpp.edu::cc4b82ec-aa9f-4712-a543-49819c9e65d5" providerId="AD" clId="Web-{0A75C4A9-DFAB-7DF0-5E8F-8E7B810D7691}" dt="2025-12-02T02:54:00.831" v="171" actId="1076"/>
          <ac:picMkLst>
            <pc:docMk/>
            <pc:sldMk cId="2542747236" sldId="271"/>
            <ac:picMk id="6" creationId="{300B057F-A5C3-9D6F-EDAA-A3E185EE1B66}"/>
          </ac:picMkLst>
        </pc:picChg>
      </pc:sldChg>
      <pc:sldChg chg="addSp delSp modSp mod modClrScheme chgLayout modNotes">
        <pc:chgData name="Pearl Baghel" userId="S::pbaghel@cpp.edu::cc4b82ec-aa9f-4712-a543-49819c9e65d5" providerId="AD" clId="Web-{0A75C4A9-DFAB-7DF0-5E8F-8E7B810D7691}" dt="2025-12-02T06:16:21.780" v="1010"/>
        <pc:sldMkLst>
          <pc:docMk/>
          <pc:sldMk cId="886131840" sldId="272"/>
        </pc:sldMkLst>
        <pc:spChg chg="mod">
          <ac:chgData name="Pearl Baghel" userId="S::pbaghel@cpp.edu::cc4b82ec-aa9f-4712-a543-49819c9e65d5" providerId="AD" clId="Web-{0A75C4A9-DFAB-7DF0-5E8F-8E7B810D7691}" dt="2025-12-02T01:51:41.054" v="13" actId="20577"/>
          <ac:spMkLst>
            <pc:docMk/>
            <pc:sldMk cId="886131840" sldId="272"/>
            <ac:spMk id="2" creationId="{688A3963-4A41-2D24-2C03-8389E9F12A3A}"/>
          </ac:spMkLst>
        </pc:spChg>
        <pc:spChg chg="mod ord">
          <ac:chgData name="Pearl Baghel" userId="S::pbaghel@cpp.edu::cc4b82ec-aa9f-4712-a543-49819c9e65d5" providerId="AD" clId="Web-{0A75C4A9-DFAB-7DF0-5E8F-8E7B810D7691}" dt="2025-12-02T01:51:32.210" v="11" actId="20577"/>
          <ac:spMkLst>
            <pc:docMk/>
            <pc:sldMk cId="886131840" sldId="272"/>
            <ac:spMk id="3" creationId="{29737254-247B-137F-7E39-FCD473F6B451}"/>
          </ac:spMkLst>
        </pc:spChg>
        <pc:spChg chg="mod ord">
          <ac:chgData name="Pearl Baghel" userId="S::pbaghel@cpp.edu::cc4b82ec-aa9f-4712-a543-49819c9e65d5" providerId="AD" clId="Web-{0A75C4A9-DFAB-7DF0-5E8F-8E7B810D7691}" dt="2025-12-02T01:50:51.053" v="4"/>
          <ac:spMkLst>
            <pc:docMk/>
            <pc:sldMk cId="886131840" sldId="272"/>
            <ac:spMk id="4" creationId="{22CC5728-0B2E-D2E9-EE84-C03D94B448F1}"/>
          </ac:spMkLst>
        </pc:spChg>
        <pc:spChg chg="add del mod">
          <ac:chgData name="Pearl Baghel" userId="S::pbaghel@cpp.edu::cc4b82ec-aa9f-4712-a543-49819c9e65d5" providerId="AD" clId="Web-{0A75C4A9-DFAB-7DF0-5E8F-8E7B810D7691}" dt="2025-12-02T03:33:35.180" v="675"/>
          <ac:spMkLst>
            <pc:docMk/>
            <pc:sldMk cId="886131840" sldId="272"/>
            <ac:spMk id="5" creationId="{BA38D156-916C-1727-C41F-A5AAF8F4FBD5}"/>
          </ac:spMkLst>
        </pc:spChg>
        <pc:picChg chg="add del mod">
          <ac:chgData name="Pearl Baghel" userId="S::pbaghel@cpp.edu::cc4b82ec-aa9f-4712-a543-49819c9e65d5" providerId="AD" clId="Web-{0A75C4A9-DFAB-7DF0-5E8F-8E7B810D7691}" dt="2025-12-02T01:50:28.381" v="2"/>
          <ac:picMkLst>
            <pc:docMk/>
            <pc:sldMk cId="886131840" sldId="272"/>
            <ac:picMk id="5" creationId="{6CEFB7BC-83EA-B75D-1126-9B2D6C3865ED}"/>
          </ac:picMkLst>
        </pc:picChg>
        <pc:picChg chg="add mod modCrop">
          <ac:chgData name="Pearl Baghel" userId="S::pbaghel@cpp.edu::cc4b82ec-aa9f-4712-a543-49819c9e65d5" providerId="AD" clId="Web-{0A75C4A9-DFAB-7DF0-5E8F-8E7B810D7691}" dt="2025-12-02T01:51:06.569" v="7" actId="1076"/>
          <ac:picMkLst>
            <pc:docMk/>
            <pc:sldMk cId="886131840" sldId="272"/>
            <ac:picMk id="6" creationId="{1EA4DC56-E4DF-47E4-73FA-EA2B55EBD948}"/>
          </ac:picMkLst>
        </pc:picChg>
      </pc:sldChg>
      <pc:sldChg chg="addSp delSp modSp mod setBg modClrScheme chgLayout">
        <pc:chgData name="Pearl Baghel" userId="S::pbaghel@cpp.edu::cc4b82ec-aa9f-4712-a543-49819c9e65d5" providerId="AD" clId="Web-{0A75C4A9-DFAB-7DF0-5E8F-8E7B810D7691}" dt="2025-12-02T03:33:02.929" v="673" actId="1076"/>
        <pc:sldMkLst>
          <pc:docMk/>
          <pc:sldMk cId="3699242014" sldId="274"/>
        </pc:sldMkLst>
        <pc:spChg chg="del">
          <ac:chgData name="Pearl Baghel" userId="S::pbaghel@cpp.edu::cc4b82ec-aa9f-4712-a543-49819c9e65d5" providerId="AD" clId="Web-{0A75C4A9-DFAB-7DF0-5E8F-8E7B810D7691}" dt="2025-12-02T03:30:49.237" v="660"/>
          <ac:spMkLst>
            <pc:docMk/>
            <pc:sldMk cId="3699242014" sldId="274"/>
            <ac:spMk id="3" creationId="{D5EC61A6-948F-86D4-35FE-C63D6C872EF5}"/>
          </ac:spMkLst>
        </pc:spChg>
        <pc:spChg chg="mod">
          <ac:chgData name="Pearl Baghel" userId="S::pbaghel@cpp.edu::cc4b82ec-aa9f-4712-a543-49819c9e65d5" providerId="AD" clId="Web-{0A75C4A9-DFAB-7DF0-5E8F-8E7B810D7691}" dt="2025-12-02T03:32:59.413" v="672" actId="20577"/>
          <ac:spMkLst>
            <pc:docMk/>
            <pc:sldMk cId="3699242014" sldId="274"/>
            <ac:spMk id="4" creationId="{CA65AFF9-A3DE-32C2-132F-9716C5DB877E}"/>
          </ac:spMkLst>
        </pc:spChg>
        <pc:spChg chg="mod">
          <ac:chgData name="Pearl Baghel" userId="S::pbaghel@cpp.edu::cc4b82ec-aa9f-4712-a543-49819c9e65d5" providerId="AD" clId="Web-{0A75C4A9-DFAB-7DF0-5E8F-8E7B810D7691}" dt="2025-12-02T03:32:45.022" v="667"/>
          <ac:spMkLst>
            <pc:docMk/>
            <pc:sldMk cId="3699242014" sldId="274"/>
            <ac:spMk id="5" creationId="{E867B6E4-D77D-0FC2-9363-4D0574F298F2}"/>
          </ac:spMkLst>
        </pc:spChg>
        <pc:picChg chg="add del mod ord modCrop">
          <ac:chgData name="Pearl Baghel" userId="S::pbaghel@cpp.edu::cc4b82ec-aa9f-4712-a543-49819c9e65d5" providerId="AD" clId="Web-{0A75C4A9-DFAB-7DF0-5E8F-8E7B810D7691}" dt="2025-12-02T03:31:04.910" v="663"/>
          <ac:picMkLst>
            <pc:docMk/>
            <pc:sldMk cId="3699242014" sldId="274"/>
            <ac:picMk id="2" creationId="{49DF57BB-0C77-74A7-9B5C-8A8B755CEB4C}"/>
          </ac:picMkLst>
        </pc:picChg>
        <pc:picChg chg="add mod ord modCrop">
          <ac:chgData name="Pearl Baghel" userId="S::pbaghel@cpp.edu::cc4b82ec-aa9f-4712-a543-49819c9e65d5" providerId="AD" clId="Web-{0A75C4A9-DFAB-7DF0-5E8F-8E7B810D7691}" dt="2025-12-02T03:33:02.929" v="673" actId="1076"/>
          <ac:picMkLst>
            <pc:docMk/>
            <pc:sldMk cId="3699242014" sldId="274"/>
            <ac:picMk id="6" creationId="{662D76E1-88DA-11B3-436E-20D5AE3C141B}"/>
          </ac:picMkLst>
        </pc:picChg>
      </pc:sldChg>
      <pc:sldChg chg="modSp ord modNotes">
        <pc:chgData name="Pearl Baghel" userId="S::pbaghel@cpp.edu::cc4b82ec-aa9f-4712-a543-49819c9e65d5" providerId="AD" clId="Web-{0A75C4A9-DFAB-7DF0-5E8F-8E7B810D7691}" dt="2025-12-02T05:33:15.044" v="847"/>
        <pc:sldMkLst>
          <pc:docMk/>
          <pc:sldMk cId="2322033255" sldId="277"/>
        </pc:sldMkLst>
        <pc:spChg chg="mod">
          <ac:chgData name="Pearl Baghel" userId="S::pbaghel@cpp.edu::cc4b82ec-aa9f-4712-a543-49819c9e65d5" providerId="AD" clId="Web-{0A75C4A9-DFAB-7DF0-5E8F-8E7B810D7691}" dt="2025-12-02T02:49:15.371" v="151" actId="14100"/>
          <ac:spMkLst>
            <pc:docMk/>
            <pc:sldMk cId="2322033255" sldId="277"/>
            <ac:spMk id="6" creationId="{5D171719-7F8F-017F-9CE1-E214F3E1BC2F}"/>
          </ac:spMkLst>
        </pc:spChg>
        <pc:spChg chg="mod">
          <ac:chgData name="Pearl Baghel" userId="S::pbaghel@cpp.edu::cc4b82ec-aa9f-4712-a543-49819c9e65d5" providerId="AD" clId="Web-{0A75C4A9-DFAB-7DF0-5E8F-8E7B810D7691}" dt="2025-12-02T02:45:25.358" v="116" actId="20577"/>
          <ac:spMkLst>
            <pc:docMk/>
            <pc:sldMk cId="2322033255" sldId="277"/>
            <ac:spMk id="8" creationId="{2F1A783F-8008-02B3-A7C7-A930E9E5606C}"/>
          </ac:spMkLst>
        </pc:spChg>
        <pc:picChg chg="mod">
          <ac:chgData name="Pearl Baghel" userId="S::pbaghel@cpp.edu::cc4b82ec-aa9f-4712-a543-49819c9e65d5" providerId="AD" clId="Web-{0A75C4A9-DFAB-7DF0-5E8F-8E7B810D7691}" dt="2025-12-02T02:49:33.106" v="153" actId="1076"/>
          <ac:picMkLst>
            <pc:docMk/>
            <pc:sldMk cId="2322033255" sldId="277"/>
            <ac:picMk id="3" creationId="{2D36E415-206C-3F04-AA76-C5D74A9DFEA8}"/>
          </ac:picMkLst>
        </pc:picChg>
        <pc:picChg chg="mod">
          <ac:chgData name="Pearl Baghel" userId="S::pbaghel@cpp.edu::cc4b82ec-aa9f-4712-a543-49819c9e65d5" providerId="AD" clId="Web-{0A75C4A9-DFAB-7DF0-5E8F-8E7B810D7691}" dt="2025-12-02T02:48:22.463" v="147" actId="1076"/>
          <ac:picMkLst>
            <pc:docMk/>
            <pc:sldMk cId="2322033255" sldId="277"/>
            <ac:picMk id="4" creationId="{23B7AB00-3D19-B2E1-8B45-790869D23D2A}"/>
          </ac:picMkLst>
        </pc:picChg>
        <pc:picChg chg="mod">
          <ac:chgData name="Pearl Baghel" userId="S::pbaghel@cpp.edu::cc4b82ec-aa9f-4712-a543-49819c9e65d5" providerId="AD" clId="Web-{0A75C4A9-DFAB-7DF0-5E8F-8E7B810D7691}" dt="2025-12-02T02:48:24.760" v="148" actId="1076"/>
          <ac:picMkLst>
            <pc:docMk/>
            <pc:sldMk cId="2322033255" sldId="277"/>
            <ac:picMk id="5" creationId="{73758736-FF4B-F433-84E2-DBD22F3EA2D1}"/>
          </ac:picMkLst>
        </pc:picChg>
      </pc:sldChg>
      <pc:sldChg chg="addSp delSp modSp ord modNotes">
        <pc:chgData name="Pearl Baghel" userId="S::pbaghel@cpp.edu::cc4b82ec-aa9f-4712-a543-49819c9e65d5" providerId="AD" clId="Web-{0A75C4A9-DFAB-7DF0-5E8F-8E7B810D7691}" dt="2025-12-02T06:42:26.246" v="1201"/>
        <pc:sldMkLst>
          <pc:docMk/>
          <pc:sldMk cId="168062943" sldId="278"/>
        </pc:sldMkLst>
        <pc:spChg chg="add del mod">
          <ac:chgData name="Pearl Baghel" userId="S::pbaghel@cpp.edu::cc4b82ec-aa9f-4712-a543-49819c9e65d5" providerId="AD" clId="Web-{0A75C4A9-DFAB-7DF0-5E8F-8E7B810D7691}" dt="2025-12-02T05:30:22.151" v="772"/>
          <ac:spMkLst>
            <pc:docMk/>
            <pc:sldMk cId="168062943" sldId="278"/>
            <ac:spMk id="3" creationId="{B8AAB480-A0BF-EA1B-593C-71E0674E2AB4}"/>
          </ac:spMkLst>
        </pc:spChg>
        <pc:spChg chg="add mod">
          <ac:chgData name="Pearl Baghel" userId="S::pbaghel@cpp.edu::cc4b82ec-aa9f-4712-a543-49819c9e65d5" providerId="AD" clId="Web-{0A75C4A9-DFAB-7DF0-5E8F-8E7B810D7691}" dt="2025-12-02T05:47:32.280" v="955" actId="20577"/>
          <ac:spMkLst>
            <pc:docMk/>
            <pc:sldMk cId="168062943" sldId="278"/>
            <ac:spMk id="5" creationId="{81A861D7-934F-4469-8616-3FD17A258BB4}"/>
          </ac:spMkLst>
        </pc:spChg>
        <pc:spChg chg="mod">
          <ac:chgData name="Pearl Baghel" userId="S::pbaghel@cpp.edu::cc4b82ec-aa9f-4712-a543-49819c9e65d5" providerId="AD" clId="Web-{0A75C4A9-DFAB-7DF0-5E8F-8E7B810D7691}" dt="2025-12-02T05:43:45.791" v="925" actId="1076"/>
          <ac:spMkLst>
            <pc:docMk/>
            <pc:sldMk cId="168062943" sldId="278"/>
            <ac:spMk id="8" creationId="{7AA4815A-6B51-EF94-56A5-051C9E5B2D3A}"/>
          </ac:spMkLst>
        </pc:spChg>
        <pc:graphicFrameChg chg="add del mod">
          <ac:chgData name="Pearl Baghel" userId="S::pbaghel@cpp.edu::cc4b82ec-aa9f-4712-a543-49819c9e65d5" providerId="AD" clId="Web-{0A75C4A9-DFAB-7DF0-5E8F-8E7B810D7691}" dt="2025-12-02T05:47:38.983" v="956"/>
          <ac:graphicFrameMkLst>
            <pc:docMk/>
            <pc:sldMk cId="168062943" sldId="278"/>
            <ac:graphicFrameMk id="7" creationId="{091E7CFC-7EE8-BE98-21A1-E51F0A0178F1}"/>
          </ac:graphicFrameMkLst>
        </pc:graphicFrameChg>
        <pc:graphicFrameChg chg="add del mod">
          <ac:chgData name="Pearl Baghel" userId="S::pbaghel@cpp.edu::cc4b82ec-aa9f-4712-a543-49819c9e65d5" providerId="AD" clId="Web-{0A75C4A9-DFAB-7DF0-5E8F-8E7B810D7691}" dt="2025-12-02T05:47:56.030" v="959"/>
          <ac:graphicFrameMkLst>
            <pc:docMk/>
            <pc:sldMk cId="168062943" sldId="278"/>
            <ac:graphicFrameMk id="9" creationId="{C57EA48F-19B3-020D-B116-821D3AE70BF8}"/>
          </ac:graphicFrameMkLst>
        </pc:graphicFrameChg>
        <pc:picChg chg="add mod">
          <ac:chgData name="Pearl Baghel" userId="S::pbaghel@cpp.edu::cc4b82ec-aa9f-4712-a543-49819c9e65d5" providerId="AD" clId="Web-{0A75C4A9-DFAB-7DF0-5E8F-8E7B810D7691}" dt="2025-12-02T05:50:52.079" v="961" actId="1076"/>
          <ac:picMkLst>
            <pc:docMk/>
            <pc:sldMk cId="168062943" sldId="278"/>
            <ac:picMk id="10" creationId="{D790E373-5E90-A337-0E7D-B0203C5561FD}"/>
          </ac:picMkLst>
        </pc:picChg>
      </pc:sldChg>
      <pc:sldChg chg="addSp modSp new modNotes">
        <pc:chgData name="Pearl Baghel" userId="S::pbaghel@cpp.edu::cc4b82ec-aa9f-4712-a543-49819c9e65d5" providerId="AD" clId="Web-{0A75C4A9-DFAB-7DF0-5E8F-8E7B810D7691}" dt="2025-12-02T05:02:41.838" v="739"/>
        <pc:sldMkLst>
          <pc:docMk/>
          <pc:sldMk cId="3580422478" sldId="279"/>
        </pc:sldMkLst>
        <pc:spChg chg="add mod">
          <ac:chgData name="Pearl Baghel" userId="S::pbaghel@cpp.edu::cc4b82ec-aa9f-4712-a543-49819c9e65d5" providerId="AD" clId="Web-{0A75C4A9-DFAB-7DF0-5E8F-8E7B810D7691}" dt="2025-12-02T04:59:06.956" v="715" actId="20577"/>
          <ac:spMkLst>
            <pc:docMk/>
            <pc:sldMk cId="3580422478" sldId="279"/>
            <ac:spMk id="3" creationId="{F0DF8210-F289-C368-83D8-37568CF1E53A}"/>
          </ac:spMkLst>
        </pc:spChg>
        <pc:spChg chg="add mod">
          <ac:chgData name="Pearl Baghel" userId="S::pbaghel@cpp.edu::cc4b82ec-aa9f-4712-a543-49819c9e65d5" providerId="AD" clId="Web-{0A75C4A9-DFAB-7DF0-5E8F-8E7B810D7691}" dt="2025-12-02T04:58:27.548" v="699" actId="14100"/>
          <ac:spMkLst>
            <pc:docMk/>
            <pc:sldMk cId="3580422478" sldId="279"/>
            <ac:spMk id="4" creationId="{71BFBD1E-5373-128B-4F09-CC8AD891195A}"/>
          </ac:spMkLst>
        </pc:spChg>
      </pc:sldChg>
      <pc:sldChg chg="new">
        <pc:chgData name="Pearl Baghel" userId="S::pbaghel@cpp.edu::cc4b82ec-aa9f-4712-a543-49819c9e65d5" providerId="AD" clId="Web-{0A75C4A9-DFAB-7DF0-5E8F-8E7B810D7691}" dt="2025-12-02T05:23:24.969" v="740"/>
        <pc:sldMkLst>
          <pc:docMk/>
          <pc:sldMk cId="1478086522" sldId="280"/>
        </pc:sldMkLst>
      </pc:sldChg>
      <pc:sldChg chg="modSp modNotes">
        <pc:chgData name="Pearl Baghel" userId="S::pbaghel@cpp.edu::cc4b82ec-aa9f-4712-a543-49819c9e65d5" providerId="AD" clId="Web-{0A75C4A9-DFAB-7DF0-5E8F-8E7B810D7691}" dt="2025-12-02T05:35:22.421" v="849"/>
        <pc:sldMkLst>
          <pc:docMk/>
          <pc:sldMk cId="4254813388" sldId="280"/>
        </pc:sldMkLst>
        <pc:spChg chg="mod">
          <ac:chgData name="Pearl Baghel" userId="S::pbaghel@cpp.edu::cc4b82ec-aa9f-4712-a543-49819c9e65d5" providerId="AD" clId="Web-{0A75C4A9-DFAB-7DF0-5E8F-8E7B810D7691}" dt="2025-12-02T05:30:11.214" v="767" actId="20577"/>
          <ac:spMkLst>
            <pc:docMk/>
            <pc:sldMk cId="4254813388" sldId="280"/>
            <ac:spMk id="6" creationId="{6CE2E0C7-6E84-A253-C649-2A15F8DC98A2}"/>
          </ac:spMkLst>
        </pc:spChg>
        <pc:spChg chg="mod">
          <ac:chgData name="Pearl Baghel" userId="S::pbaghel@cpp.edu::cc4b82ec-aa9f-4712-a543-49819c9e65d5" providerId="AD" clId="Web-{0A75C4A9-DFAB-7DF0-5E8F-8E7B810D7691}" dt="2025-12-02T05:30:05.338" v="764" actId="14100"/>
          <ac:spMkLst>
            <pc:docMk/>
            <pc:sldMk cId="4254813388" sldId="280"/>
            <ac:spMk id="8" creationId="{CA6541A2-5F42-0123-CFEC-5EEBCDBCBAB5}"/>
          </ac:spMkLst>
        </pc:spChg>
      </pc:sldChg>
      <pc:sldChg chg="addSp delSp modSp new mod modClrScheme chgLayout modNotes">
        <pc:chgData name="Pearl Baghel" userId="S::pbaghel@cpp.edu::cc4b82ec-aa9f-4712-a543-49819c9e65d5" providerId="AD" clId="Web-{0A75C4A9-DFAB-7DF0-5E8F-8E7B810D7691}" dt="2025-12-02T08:18:45.252" v="1261" actId="1076"/>
        <pc:sldMkLst>
          <pc:docMk/>
          <pc:sldMk cId="1660837485" sldId="281"/>
        </pc:sldMkLst>
        <pc:spChg chg="mod ord">
          <ac:chgData name="Pearl Baghel" userId="S::pbaghel@cpp.edu::cc4b82ec-aa9f-4712-a543-49819c9e65d5" providerId="AD" clId="Web-{0A75C4A9-DFAB-7DF0-5E8F-8E7B810D7691}" dt="2025-12-02T08:17:22.736" v="1253"/>
          <ac:spMkLst>
            <pc:docMk/>
            <pc:sldMk cId="1660837485" sldId="281"/>
            <ac:spMk id="2" creationId="{C69F5286-1652-8C84-A0D8-1734C871892D}"/>
          </ac:spMkLst>
        </pc:spChg>
        <pc:spChg chg="add mod ord">
          <ac:chgData name="Pearl Baghel" userId="S::pbaghel@cpp.edu::cc4b82ec-aa9f-4712-a543-49819c9e65d5" providerId="AD" clId="Web-{0A75C4A9-DFAB-7DF0-5E8F-8E7B810D7691}" dt="2025-12-02T08:18:32.236" v="1259" actId="1076"/>
          <ac:spMkLst>
            <pc:docMk/>
            <pc:sldMk cId="1660837485" sldId="281"/>
            <ac:spMk id="4" creationId="{CF4D2957-CC65-B99B-2F46-82F3EB2BE744}"/>
          </ac:spMkLst>
        </pc:spChg>
        <pc:spChg chg="add del mod">
          <ac:chgData name="Pearl Baghel" userId="S::pbaghel@cpp.edu::cc4b82ec-aa9f-4712-a543-49819c9e65d5" providerId="AD" clId="Web-{0A75C4A9-DFAB-7DF0-5E8F-8E7B810D7691}" dt="2025-12-02T08:14:12.376" v="1246"/>
          <ac:spMkLst>
            <pc:docMk/>
            <pc:sldMk cId="1660837485" sldId="281"/>
            <ac:spMk id="5" creationId="{5D3BC056-584E-9E9C-3F0E-EA1591CC15AF}"/>
          </ac:spMkLst>
        </pc:spChg>
        <pc:picChg chg="add del mod">
          <ac:chgData name="Pearl Baghel" userId="S::pbaghel@cpp.edu::cc4b82ec-aa9f-4712-a543-49819c9e65d5" providerId="AD" clId="Web-{0A75C4A9-DFAB-7DF0-5E8F-8E7B810D7691}" dt="2025-12-02T08:17:09.158" v="1250"/>
          <ac:picMkLst>
            <pc:docMk/>
            <pc:sldMk cId="1660837485" sldId="281"/>
            <ac:picMk id="6" creationId="{84AC8216-D97E-10F9-7A96-7EEB99B22826}"/>
          </ac:picMkLst>
        </pc:picChg>
        <pc:picChg chg="add mod">
          <ac:chgData name="Pearl Baghel" userId="S::pbaghel@cpp.edu::cc4b82ec-aa9f-4712-a543-49819c9e65d5" providerId="AD" clId="Web-{0A75C4A9-DFAB-7DF0-5E8F-8E7B810D7691}" dt="2025-12-02T08:18:45.252" v="1261" actId="1076"/>
          <ac:picMkLst>
            <pc:docMk/>
            <pc:sldMk cId="1660837485" sldId="281"/>
            <ac:picMk id="7" creationId="{8B82C65B-9675-D0CF-9053-27789794F6D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15C02611-21A1-4C04-80B4-24187499FA3D}" type="datetimeFigureOut">
              <a:rPr lang="en-US" smtClean="0"/>
              <a:t>12/2/2025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50B9635B-6ECB-42EF-ACB9-D5906BBC381B}" type="slidenum">
              <a:rPr lang="en-US" smtClean="0"/>
              <a:t>‹#›</a:t>
            </a:fld>
            <a:endParaRPr lang="en-US"/>
          </a:p>
        </p:txBody>
      </p:sp>
    </p:spTree>
    <p:extLst>
      <p:ext uri="{BB962C8B-B14F-4D97-AF65-F5344CB8AC3E}">
        <p14:creationId xmlns:p14="http://schemas.microsoft.com/office/powerpoint/2010/main" val="876231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For those of you who don't yet know about the Tehatchapi project, it is a clean energy initiative to create and transmit clean energy from an area just south of the Sierra Nevada mountains to southern </a:t>
            </a:r>
            <a:r>
              <a:rPr lang="en-US" err="1">
                <a:ea typeface="Calibri"/>
                <a:cs typeface="Calibri"/>
              </a:rPr>
              <a:t>california</a:t>
            </a:r>
            <a:r>
              <a:rPr lang="en-US">
                <a:ea typeface="Calibri"/>
                <a:cs typeface="Calibri"/>
              </a:rPr>
              <a:t>. </a:t>
            </a:r>
          </a:p>
          <a:p>
            <a:r>
              <a:rPr lang="en-US">
                <a:ea typeface="Calibri"/>
                <a:cs typeface="Calibri"/>
              </a:rPr>
              <a:t>One of the most challenging portions of this project was installing the energy infrastructure to bring this power across the Santa Ana mountains to the Inland Empire. The route this took was via the city of Chino Hills. </a:t>
            </a:r>
          </a:p>
          <a:p>
            <a:r>
              <a:rPr lang="en-US">
                <a:ea typeface="Calibri"/>
                <a:cs typeface="Calibri"/>
              </a:rPr>
              <a:t>Despite controversy and residential pushback that threatened the completion of the project, our team at southern california edison has successfully completed this project and the lines are now in service transmitting high voltage energy that powers your homes, apartments, and yes, even your colleges. </a:t>
            </a:r>
            <a:endParaRPr lang="en-US"/>
          </a:p>
          <a:p>
            <a:r>
              <a:rPr lang="en-US">
                <a:ea typeface="Calibri"/>
                <a:cs typeface="Calibri"/>
              </a:rPr>
              <a:t>Now that we are caught up, my colleagues and I would now like to present the findings of our post-project audit. </a:t>
            </a:r>
            <a:endParaRPr lang="en-US"/>
          </a:p>
        </p:txBody>
      </p:sp>
      <p:sp>
        <p:nvSpPr>
          <p:cNvPr id="4" name="Slide Number Placeholder 3"/>
          <p:cNvSpPr>
            <a:spLocks noGrp="1"/>
          </p:cNvSpPr>
          <p:nvPr>
            <p:ph type="sldNum" sz="quarter" idx="5"/>
          </p:nvPr>
        </p:nvSpPr>
        <p:spPr/>
        <p:txBody>
          <a:bodyPr/>
          <a:lstStyle/>
          <a:p>
            <a:fld id="{50B9635B-6ECB-42EF-ACB9-D5906BBC381B}" type="slidenum">
              <a:rPr lang="en-US" smtClean="0"/>
              <a:t>1</a:t>
            </a:fld>
            <a:endParaRPr lang="en-US"/>
          </a:p>
        </p:txBody>
      </p:sp>
    </p:spTree>
    <p:extLst>
      <p:ext uri="{BB962C8B-B14F-4D97-AF65-F5344CB8AC3E}">
        <p14:creationId xmlns:p14="http://schemas.microsoft.com/office/powerpoint/2010/main" val="324488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In our key findings, first it's our decision making process. We noticed right from the beginning that it was worth our time to explore all options, even when the correct option might be obvious. We explored building the line either Overhead or Underground. Both options has their own set of pros and cons, with different budgets, schedules and risks. Do we build the line Overhead which is our bread and butter or do we go Underground which is a novel design. For reasons of cost, feasibility and time, we chose to go Overhead. By looking at the bigger picture, we were able to make a better decision.</a:t>
            </a:r>
            <a:endParaRPr lang="en-US"/>
          </a:p>
          <a:p>
            <a:r>
              <a:rPr lang="en-US">
                <a:ea typeface="Calibri"/>
                <a:cs typeface="Calibri"/>
              </a:rPr>
              <a:t>This brings me to the next finding. "The importance of Stakeholders engagement" Some of our key stakeholders were the City of Chino Hills, CPUC, and internal teams. In a high visibility project like this one, Stakeholder engagement  from the beginning, it's not an option, it's mandatory. This included 1-1 meetings with resources that fall in the critical path. So regular check-ins, clear updates and keeping the communication steady helped to avoid surprises and built trust.</a:t>
            </a:r>
          </a:p>
          <a:p>
            <a:r>
              <a:rPr lang="en-US">
                <a:ea typeface="Calibri"/>
                <a:cs typeface="Calibri"/>
              </a:rPr>
              <a:t>The last finding has to do with the dynamics of working in a multi-project environment. Teams work across similar projects, and having similar scopes has its advantages. The most obvious advantage being knowledge transferred is great. Lessons learned from one project could be applied in another project.  At the same time, from a PM standpoint, sharing resources and juggling schedules with similar operating dates create pressure. We were very aware that delays in one project, could cause a Domino's effect on the pipeline. We knew that careful planning and coordination was more important than ever. A PM in this situation has to always look ahead, stay flexible and understand resources limitations. </a:t>
            </a:r>
          </a:p>
          <a:p>
            <a:r>
              <a:rPr lang="en-US">
                <a:ea typeface="Calibri"/>
                <a:cs typeface="Calibri"/>
              </a:rPr>
              <a:t>These findings could shape our approach and help us move forward with more clarity and confidence with future projects.    </a:t>
            </a:r>
            <a:endParaRPr lang="en-US"/>
          </a:p>
          <a:p>
            <a:endParaRPr lang="en-US">
              <a:ea typeface="Calibri"/>
              <a:cs typeface="Calibri"/>
            </a:endParaRPr>
          </a:p>
          <a:p>
            <a:pPr marL="285750" indent="-285750">
              <a:buFont typeface="Arial"/>
              <a:buChar char="•"/>
            </a:pPr>
            <a:r>
              <a:rPr lang="en-US">
                <a:ea typeface="Calibri"/>
                <a:cs typeface="Calibri"/>
              </a:rPr>
              <a:t>Purpose of insights: To improve how SCE makes decisions, </a:t>
            </a:r>
            <a:r>
              <a:rPr lang="en-US" err="1">
                <a:ea typeface="Calibri"/>
                <a:cs typeface="Calibri"/>
              </a:rPr>
              <a:t>aligh</a:t>
            </a:r>
            <a:r>
              <a:rPr lang="en-US">
                <a:ea typeface="Calibri"/>
                <a:cs typeface="Calibri"/>
              </a:rPr>
              <a:t> stakeholders and coordinate shared resources so future projects deliver with more certainty and fewer risks.</a:t>
            </a:r>
            <a:endParaRPr lang="en-US"/>
          </a:p>
          <a:p>
            <a:pPr marL="285750" indent="-285750">
              <a:buFont typeface="Arial"/>
              <a:buChar char="•"/>
            </a:pPr>
            <a:r>
              <a:rPr lang="en-US">
                <a:ea typeface="Calibri"/>
                <a:cs typeface="Calibri"/>
              </a:rPr>
              <a:t>Explore all options: Overhead VS. Underground</a:t>
            </a:r>
          </a:p>
          <a:p>
            <a:pPr marL="285750" indent="-285750">
              <a:buFont typeface="Arial"/>
              <a:buChar char="•"/>
            </a:pPr>
            <a:r>
              <a:rPr lang="en-US">
                <a:ea typeface="Calibri"/>
                <a:cs typeface="Calibri"/>
              </a:rPr>
              <a:t>Cost, Constructability and community impact</a:t>
            </a:r>
          </a:p>
          <a:p>
            <a:pPr marL="285750" indent="-285750">
              <a:buFont typeface="Arial"/>
              <a:buChar char="•"/>
            </a:pPr>
            <a:r>
              <a:rPr lang="en-US">
                <a:ea typeface="Calibri"/>
                <a:cs typeface="Calibri"/>
              </a:rPr>
              <a:t>Looking at the full picture = better decisions.</a:t>
            </a:r>
          </a:p>
          <a:p>
            <a:pPr marL="285750" indent="-285750">
              <a:buFont typeface="Arial"/>
              <a:buChar char="•"/>
            </a:pPr>
            <a:r>
              <a:rPr lang="en-US">
                <a:ea typeface="Calibri"/>
                <a:cs typeface="Calibri"/>
              </a:rPr>
              <a:t>Stakeholders: Many groups involved</a:t>
            </a:r>
          </a:p>
          <a:p>
            <a:pPr marL="285750" indent="-285750">
              <a:buFont typeface="Arial"/>
              <a:buChar char="•"/>
            </a:pPr>
            <a:r>
              <a:rPr lang="en-US">
                <a:ea typeface="Calibri"/>
                <a:cs typeface="Calibri"/>
              </a:rPr>
              <a:t>Clear, steady communication</a:t>
            </a:r>
          </a:p>
          <a:p>
            <a:pPr marL="285750" indent="-285750">
              <a:buFont typeface="Arial"/>
              <a:buChar char="•"/>
            </a:pPr>
            <a:r>
              <a:rPr lang="en-US">
                <a:ea typeface="Calibri"/>
                <a:cs typeface="Calibri"/>
              </a:rPr>
              <a:t>Keep everyone aligned</a:t>
            </a:r>
          </a:p>
          <a:p>
            <a:pPr marL="285750" indent="-285750">
              <a:buFont typeface="Arial"/>
              <a:buChar char="•"/>
            </a:pPr>
            <a:r>
              <a:rPr lang="en-US">
                <a:ea typeface="Calibri"/>
                <a:cs typeface="Calibri"/>
              </a:rPr>
              <a:t>Include right people at the right time</a:t>
            </a:r>
          </a:p>
          <a:p>
            <a:pPr marL="285750" indent="-285750">
              <a:buFont typeface="Arial"/>
              <a:buChar char="•"/>
            </a:pPr>
            <a:r>
              <a:rPr lang="en-US">
                <a:ea typeface="Calibri"/>
                <a:cs typeface="Calibri"/>
              </a:rPr>
              <a:t>Builds trust + avoids </a:t>
            </a:r>
            <a:r>
              <a:rPr lang="en-US" err="1">
                <a:ea typeface="Calibri"/>
                <a:cs typeface="Calibri"/>
              </a:rPr>
              <a:t>surprices</a:t>
            </a:r>
            <a:endParaRPr lang="en-US">
              <a:ea typeface="Calibri"/>
              <a:cs typeface="Calibri"/>
            </a:endParaRPr>
          </a:p>
          <a:p>
            <a:pPr marL="285750" indent="-285750">
              <a:buFont typeface="Arial"/>
              <a:buChar char="•"/>
            </a:pPr>
            <a:r>
              <a:rPr lang="en-US">
                <a:ea typeface="Calibri"/>
                <a:cs typeface="Calibri"/>
              </a:rPr>
              <a:t>Multi-project </a:t>
            </a:r>
            <a:r>
              <a:rPr lang="en-US" err="1">
                <a:ea typeface="Calibri"/>
                <a:cs typeface="Calibri"/>
              </a:rPr>
              <a:t>environement</a:t>
            </a:r>
            <a:r>
              <a:rPr lang="en-US">
                <a:ea typeface="Calibri"/>
                <a:cs typeface="Calibri"/>
              </a:rPr>
              <a:t>: Teams work across similar projects</a:t>
            </a:r>
          </a:p>
          <a:p>
            <a:pPr marL="285750" indent="-285750">
              <a:buFont typeface="Arial"/>
              <a:buChar char="•"/>
            </a:pPr>
            <a:r>
              <a:rPr lang="en-US">
                <a:ea typeface="Calibri"/>
                <a:cs typeface="Calibri"/>
              </a:rPr>
              <a:t>Shared experience = faster problem solving</a:t>
            </a:r>
          </a:p>
          <a:p>
            <a:pPr marL="285750" indent="-285750">
              <a:buFont typeface="Arial"/>
              <a:buChar char="•"/>
            </a:pPr>
            <a:r>
              <a:rPr lang="en-US">
                <a:ea typeface="Calibri"/>
                <a:cs typeface="Calibri"/>
              </a:rPr>
              <a:t>But shared resources = pressure</a:t>
            </a:r>
          </a:p>
          <a:p>
            <a:pPr marL="285750" indent="-285750">
              <a:buFont typeface="Arial"/>
              <a:buChar char="•"/>
            </a:pPr>
            <a:r>
              <a:rPr lang="en-US">
                <a:ea typeface="Calibri"/>
                <a:cs typeface="Calibri"/>
              </a:rPr>
              <a:t>Delays can have a Domino's effect</a:t>
            </a:r>
          </a:p>
          <a:p>
            <a:pPr marL="285750" indent="-285750">
              <a:buFont typeface="Arial"/>
              <a:buChar char="•"/>
            </a:pPr>
            <a:r>
              <a:rPr lang="en-US">
                <a:ea typeface="Calibri"/>
                <a:cs typeface="Calibri"/>
              </a:rPr>
              <a:t>Coordination + planning are key.</a:t>
            </a:r>
            <a:br>
              <a:rPr lang="en-US">
                <a:ea typeface="Calibri"/>
                <a:cs typeface="+mn-lt"/>
              </a:rPr>
            </a:br>
            <a:br>
              <a:rPr lang="en-US">
                <a:ea typeface="Calibri"/>
                <a:cs typeface="+mn-lt"/>
              </a:rPr>
            </a:br>
            <a:r>
              <a:rPr lang="en-US"/>
              <a:t>The overhead vs. underground decision involved a balanced look at cost, schedule constraints, environmental impacts, and long-term performance. While overhead construction is typically more cost-efficient and quicker, community sensitivity and permitting considerations required an in-depth comparison to ensure compliance with CPUC expectations.</a:t>
            </a:r>
            <a:br>
              <a:rPr lang="en-US">
                <a:cs typeface="+mn-lt"/>
              </a:rPr>
            </a:br>
            <a:r>
              <a:rPr lang="en-US"/>
              <a:t>Our communication plan with CPUC, the City of Chino Hills, environmental regulators, and local residents ensured transparency, especially during permitting and ROW negotiations. This reduced rework, which directly supported performance indicators like </a:t>
            </a:r>
            <a:r>
              <a:rPr lang="en-US" b="1"/>
              <a:t>SPI and CPI</a:t>
            </a:r>
            <a:r>
              <a:rPr lang="en-US"/>
              <a:t> later in the project</a:t>
            </a:r>
            <a:br>
              <a:rPr lang="en-US">
                <a:cs typeface="+mn-lt"/>
              </a:rPr>
            </a:br>
            <a:r>
              <a:rPr lang="en-US"/>
              <a:t>SCE’s multi-project environment meant our crews, designers, and inspectors were also supporting other transmission projects. Using the </a:t>
            </a:r>
            <a:r>
              <a:rPr lang="en-US" b="1"/>
              <a:t>RSCI chart</a:t>
            </a:r>
            <a:r>
              <a:rPr lang="en-US"/>
              <a:t>, we prioritized resources based on risk, schedule impact, and criticality. This allowed us to maintain performance metrics within acceptable limits.</a:t>
            </a:r>
            <a:endParaRPr lang="en-US">
              <a:ea typeface="Calibri"/>
              <a:cs typeface="Calibri"/>
            </a:endParaRPr>
          </a:p>
        </p:txBody>
      </p:sp>
      <p:sp>
        <p:nvSpPr>
          <p:cNvPr id="4" name="Slide Number Placeholder 3"/>
          <p:cNvSpPr>
            <a:spLocks noGrp="1"/>
          </p:cNvSpPr>
          <p:nvPr>
            <p:ph type="sldNum" sz="quarter" idx="5"/>
          </p:nvPr>
        </p:nvSpPr>
        <p:spPr/>
        <p:txBody>
          <a:bodyPr/>
          <a:lstStyle/>
          <a:p>
            <a:fld id="{50B9635B-6ECB-42EF-ACB9-D5906BBC381B}" type="slidenum">
              <a:rPr lang="en-US" smtClean="0"/>
              <a:t>2</a:t>
            </a:fld>
            <a:endParaRPr lang="en-US"/>
          </a:p>
        </p:txBody>
      </p:sp>
    </p:spTree>
    <p:extLst>
      <p:ext uri="{BB962C8B-B14F-4D97-AF65-F5344CB8AC3E}">
        <p14:creationId xmlns:p14="http://schemas.microsoft.com/office/powerpoint/2010/main" val="1916382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moving into our performance metrics, it’s important to briefly highlight the core risk factor.</a:t>
            </a:r>
          </a:p>
          <a:p>
            <a:r>
              <a:rPr lang="en-US"/>
              <a:t>First, we had </a:t>
            </a:r>
            <a:r>
              <a:rPr lang="en-US" b="1"/>
              <a:t>schedule risk</a:t>
            </a:r>
            <a:r>
              <a:rPr lang="en-US"/>
              <a:t>, which occurred mainly because of the dependencies and coordination challenges with other SCE projects using the same engineering and construction resources as it is a multi project company Even a small delay here could impact the full timeline.</a:t>
            </a:r>
            <a:endParaRPr lang="en-US">
              <a:ea typeface="Calibri"/>
              <a:cs typeface="Calibri"/>
            </a:endParaRPr>
          </a:p>
          <a:p>
            <a:r>
              <a:rPr lang="en-US"/>
              <a:t>Second was </a:t>
            </a:r>
            <a:r>
              <a:rPr lang="en-US" b="1"/>
              <a:t>cost exposure</a:t>
            </a:r>
            <a:r>
              <a:rPr lang="en-US"/>
              <a:t>, especially since we had very specific requirement for our project procuring the material with any price fluctuations and potential scope adjustments was little risky. This required tight change management and clear approval pathways.</a:t>
            </a:r>
            <a:endParaRPr lang="en-US">
              <a:ea typeface="Calibri"/>
              <a:cs typeface="Calibri"/>
            </a:endParaRPr>
          </a:p>
          <a:p>
            <a:r>
              <a:rPr lang="en-US"/>
              <a:t>Third, as we worked within </a:t>
            </a:r>
            <a:r>
              <a:rPr lang="en-US" b="1"/>
              <a:t>community and environmental restrictions</a:t>
            </a:r>
            <a:r>
              <a:rPr lang="en-US"/>
              <a:t>, including limited work hours, noise controls, and dust-mitigation requirements in the Chino Hills residential corridor. These constraints influenced both planning and daily operations.</a:t>
            </a:r>
            <a:endParaRPr lang="en-US">
              <a:ea typeface="Calibri"/>
              <a:cs typeface="Calibri"/>
            </a:endParaRPr>
          </a:p>
          <a:p>
            <a:r>
              <a:rPr lang="en-US"/>
              <a:t>Lastly, there was </a:t>
            </a:r>
            <a:r>
              <a:rPr lang="en-US" b="1"/>
              <a:t>technical testing risk</a:t>
            </a:r>
            <a:r>
              <a:rPr lang="en-US"/>
              <a:t>, specifically related to high-voltage cable testing and commissioning. While the likelihood was low due to strong QA processes, the impact of any issue would be significant.</a:t>
            </a:r>
            <a:endParaRPr lang="en-US">
              <a:ea typeface="Calibri"/>
              <a:cs typeface="Calibri"/>
            </a:endParaRPr>
          </a:p>
          <a:p>
            <a:r>
              <a:rPr lang="en-US"/>
              <a:t>Since we had a proper mitigation plan none of these risk affected us. Understanding these risks will help you understand the performance metrics shown next and helps explain why our cost and schedule controls were so critical throughout the project.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50B9635B-6ECB-42EF-ACB9-D5906BBC381B}" type="slidenum">
              <a:rPr lang="en-US" smtClean="0"/>
              <a:t>3</a:t>
            </a:fld>
            <a:endParaRPr lang="en-US"/>
          </a:p>
        </p:txBody>
      </p:sp>
    </p:spTree>
    <p:extLst>
      <p:ext uri="{BB962C8B-B14F-4D97-AF65-F5344CB8AC3E}">
        <p14:creationId xmlns:p14="http://schemas.microsoft.com/office/powerpoint/2010/main" val="2339213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8DEDF-F15B-741B-11F5-ABFFFFC4C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713B8-933D-CB6E-8B0D-B46C4EE8A9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D1EDA3-9EDE-82E0-A274-FE9C77907B41}"/>
              </a:ext>
            </a:extLst>
          </p:cNvPr>
          <p:cNvSpPr>
            <a:spLocks noGrp="1"/>
          </p:cNvSpPr>
          <p:nvPr>
            <p:ph type="body" idx="1"/>
          </p:nvPr>
        </p:nvSpPr>
        <p:spPr/>
        <p:txBody>
          <a:bodyPr/>
          <a:lstStyle/>
          <a:p>
            <a:pPr>
              <a:buFont typeface="Arial"/>
              <a:buChar char="•"/>
            </a:pPr>
            <a:r>
              <a:rPr lang="en-US"/>
              <a:t>Cost:</a:t>
            </a:r>
            <a:br>
              <a:rPr lang="en-US">
                <a:cs typeface="+mn-lt"/>
              </a:rPr>
            </a:br>
            <a:r>
              <a:rPr lang="en-US"/>
              <a:t> We worked within a CPUC-approved $18.2M budget. Key cost categories were procurement of the 500kV cable, tower construction, civil activities, and specialized labor. Monthly cost tracking and milestone documentation reviews kept spending under control.</a:t>
            </a:r>
            <a:endParaRPr lang="en-US">
              <a:ea typeface="Calibri"/>
              <a:cs typeface="Calibri"/>
            </a:endParaRPr>
          </a:p>
          <a:p>
            <a:pPr>
              <a:buFont typeface="Arial"/>
              <a:buChar char="•"/>
            </a:pPr>
            <a:r>
              <a:rPr lang="en-US"/>
              <a:t>Schedule:</a:t>
            </a:r>
            <a:br>
              <a:rPr lang="en-US">
                <a:cs typeface="+mn-lt"/>
              </a:rPr>
            </a:br>
            <a:r>
              <a:rPr lang="en-US"/>
              <a:t> The project spanned roughly 5.2 years. Permitting and environmental compliance formed the early critical path, followed by design, tower construction, pulling, splicing, and testing. Regular schedule reviews kept us aligned with CPUC’s 6-year mandate.</a:t>
            </a:r>
          </a:p>
          <a:p>
            <a:pPr>
              <a:buFont typeface="Arial"/>
              <a:buChar char="•"/>
            </a:pPr>
            <a:r>
              <a:rPr lang="en-US">
                <a:ea typeface="Calibri"/>
                <a:cs typeface="Calibri"/>
              </a:rPr>
              <a:t>How were we so far underbudget and ahead of schedule?</a:t>
            </a:r>
          </a:p>
          <a:p>
            <a:r>
              <a:rPr lang="en-US">
                <a:ea typeface="Calibri"/>
                <a:cs typeface="Calibri"/>
              </a:rPr>
              <a:t>Two reasons:</a:t>
            </a:r>
          </a:p>
          <a:p>
            <a:r>
              <a:rPr lang="en-US">
                <a:ea typeface="Calibri"/>
                <a:cs typeface="Calibri"/>
              </a:rPr>
              <a:t>First, we had a larger budgeted schedule and cost due to the fact that at the time we were awarded the contract, the CPUC had not yet made a ruling on whether the project could be done above ground. As such, the project needed to be planned for the worst case scenario and could have averrun the budget if the CPUC changed their ruling after the project was underway.</a:t>
            </a:r>
          </a:p>
          <a:p>
            <a:r>
              <a:rPr lang="en-US">
                <a:ea typeface="Calibri"/>
                <a:cs typeface="Calibri"/>
              </a:rPr>
              <a:t>Second, we took advantage of opportunities to crash the schedule. This was especially useful in our multi-project environment where resources could unexpectedly disappear or free up for brief periods of time.</a:t>
            </a:r>
          </a:p>
        </p:txBody>
      </p:sp>
      <p:sp>
        <p:nvSpPr>
          <p:cNvPr id="4" name="Slide Number Placeholder 3">
            <a:extLst>
              <a:ext uri="{FF2B5EF4-FFF2-40B4-BE49-F238E27FC236}">
                <a16:creationId xmlns:a16="http://schemas.microsoft.com/office/drawing/2014/main" id="{1A4C9479-FA4A-1992-3944-74C291CD18BD}"/>
              </a:ext>
            </a:extLst>
          </p:cNvPr>
          <p:cNvSpPr>
            <a:spLocks noGrp="1"/>
          </p:cNvSpPr>
          <p:nvPr>
            <p:ph type="sldNum" sz="quarter" idx="5"/>
          </p:nvPr>
        </p:nvSpPr>
        <p:spPr/>
        <p:txBody>
          <a:bodyPr/>
          <a:lstStyle/>
          <a:p>
            <a:fld id="{50B9635B-6ECB-42EF-ACB9-D5906BBC381B}" type="slidenum">
              <a:rPr lang="en-US" smtClean="0"/>
              <a:t>4</a:t>
            </a:fld>
            <a:endParaRPr lang="en-US"/>
          </a:p>
        </p:txBody>
      </p:sp>
    </p:spTree>
    <p:extLst>
      <p:ext uri="{BB962C8B-B14F-4D97-AF65-F5344CB8AC3E}">
        <p14:creationId xmlns:p14="http://schemas.microsoft.com/office/powerpoint/2010/main" val="3910127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AF08F-A92E-9EBD-0790-EC767D5FE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C54AD-8106-AD66-F84B-54A6601084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CC622-DB48-624D-9890-A80033400B47}"/>
              </a:ext>
            </a:extLst>
          </p:cNvPr>
          <p:cNvSpPr>
            <a:spLocks noGrp="1"/>
          </p:cNvSpPr>
          <p:nvPr>
            <p:ph type="body" idx="1"/>
          </p:nvPr>
        </p:nvSpPr>
        <p:spPr/>
        <p:txBody>
          <a:bodyPr/>
          <a:lstStyle/>
          <a:p>
            <a:pPr marL="171450" indent="-171450">
              <a:buFont typeface="Arial,Sans-Serif"/>
              <a:buChar char="•"/>
            </a:pPr>
            <a:r>
              <a:rPr lang="en-US">
                <a:ea typeface="Calibri"/>
                <a:cs typeface="Calibri"/>
              </a:rPr>
              <a:t>Next you will see how we used our Schedule performance index and cost performance index reflected our projects progress </a:t>
            </a:r>
            <a:endParaRPr lang="en-US"/>
          </a:p>
          <a:p>
            <a:pPr marL="171450" indent="-171450">
              <a:buFont typeface="Arial,Sans-Serif"/>
              <a:buChar char="•"/>
            </a:pPr>
            <a:r>
              <a:rPr lang="en-US"/>
              <a:t>Looking at the earned value curve which is slightly below the Predicted value we can determine that we were just a little behind schedule, but the difference was small enough keeping us essentially on track </a:t>
            </a:r>
            <a:endParaRPr lang="en-US">
              <a:ea typeface="Calibri"/>
              <a:cs typeface="Calibri"/>
            </a:endParaRPr>
          </a:p>
          <a:p>
            <a:pPr marL="171450" indent="-171450">
              <a:buFont typeface="Arial,Sans-Serif"/>
              <a:buChar char="•"/>
            </a:pPr>
            <a:r>
              <a:rPr lang="en-US"/>
              <a:t>In the same way if we look at the Actual cost which is slightly above Earned Value you can say our cost performance index, is also close to </a:t>
            </a:r>
            <a:r>
              <a:rPr lang="en-US" b="1"/>
              <a:t>1.0</a:t>
            </a:r>
            <a:r>
              <a:rPr lang="en-US"/>
              <a:t>, which means we were managing costs well with only minor variance.</a:t>
            </a:r>
            <a:endParaRPr lang="en-US">
              <a:cs typeface="+mn-lt"/>
            </a:endParaRPr>
          </a:p>
          <a:p>
            <a:pPr marL="171450" indent="-171450">
              <a:buFont typeface="Arial,Sans-Serif"/>
              <a:buChar char="•"/>
            </a:pPr>
            <a:r>
              <a:rPr lang="en-US"/>
              <a:t>Another factor that was important part of the metrics was Quality:</a:t>
            </a:r>
            <a:br>
              <a:rPr lang="en-US">
                <a:cs typeface="+mn-lt"/>
              </a:rPr>
            </a:br>
            <a:r>
              <a:rPr lang="en-US"/>
              <a:t> Quality assurance is very important from SCE's point of view we followed SCE’s environmental policies, safety requirements, and system testing procedures which helped ensure reliability without causing major cost or schedule impacts. </a:t>
            </a:r>
            <a:br>
              <a:rPr lang="en-US">
                <a:cs typeface="+mn-lt"/>
              </a:rPr>
            </a:br>
            <a:r>
              <a:rPr lang="en-US"/>
              <a:t>Overall, the metrics show controlled performance, minimal variance, and consistent quality throughout the project.</a:t>
            </a:r>
            <a:endParaRPr lang="en-US">
              <a:ea typeface="Calibri"/>
              <a:cs typeface="Calibri"/>
            </a:endParaRPr>
          </a:p>
        </p:txBody>
      </p:sp>
      <p:sp>
        <p:nvSpPr>
          <p:cNvPr id="4" name="Slide Number Placeholder 3">
            <a:extLst>
              <a:ext uri="{FF2B5EF4-FFF2-40B4-BE49-F238E27FC236}">
                <a16:creationId xmlns:a16="http://schemas.microsoft.com/office/drawing/2014/main" id="{DB5D1595-4074-EEEF-AB25-10517194069D}"/>
              </a:ext>
            </a:extLst>
          </p:cNvPr>
          <p:cNvSpPr>
            <a:spLocks noGrp="1"/>
          </p:cNvSpPr>
          <p:nvPr>
            <p:ph type="sldNum" sz="quarter" idx="5"/>
          </p:nvPr>
        </p:nvSpPr>
        <p:spPr/>
        <p:txBody>
          <a:bodyPr/>
          <a:lstStyle/>
          <a:p>
            <a:fld id="{50B9635B-6ECB-42EF-ACB9-D5906BBC381B}" type="slidenum">
              <a:rPr lang="en-US" smtClean="0"/>
              <a:t>5</a:t>
            </a:fld>
            <a:endParaRPr lang="en-US"/>
          </a:p>
        </p:txBody>
      </p:sp>
    </p:spTree>
    <p:extLst>
      <p:ext uri="{BB962C8B-B14F-4D97-AF65-F5344CB8AC3E}">
        <p14:creationId xmlns:p14="http://schemas.microsoft.com/office/powerpoint/2010/main" val="1173633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b="1">
                <a:cs typeface="+mn-lt"/>
              </a:rPr>
            </a:br>
            <a:r>
              <a:rPr lang="en-US" b="1"/>
              <a:t>Next we have recommendations while working with SCE as project manager We did came up with some ideas which can be implemented more efficiently in there future projects </a:t>
            </a:r>
            <a:br>
              <a:rPr lang="en-US" b="1">
                <a:cs typeface="+mn-lt"/>
              </a:rPr>
            </a:br>
            <a:r>
              <a:rPr lang="en-US" b="1"/>
              <a:t>1. Use one shared repository for all project documents.</a:t>
            </a:r>
            <a:endParaRPr lang="en-US"/>
          </a:p>
          <a:p>
            <a:r>
              <a:rPr lang="en-US"/>
              <a:t>In our company we have multiple projects running altogether but also for any particular project  like the Chino Hills Transmission lines, we had multiple teams working in parallel . Throughout the project, one challenge we experienced was that information was sometimes scattered across emails, personal folders, or separate team files.  A central repository ensures everyone has the same information, the latest updates, and a clear record of changes Improving transparency and makes collaboration easier, especially when multiple resources are working on different projects &amp; schedules.</a:t>
            </a:r>
            <a:br>
              <a:rPr lang="en-US">
                <a:cs typeface="+mn-lt"/>
              </a:rPr>
            </a:br>
            <a:r>
              <a:rPr lang="en-US" b="1"/>
              <a:t>2. Audit documents at each milestone.</a:t>
            </a:r>
            <a:br>
              <a:rPr lang="en-US" b="1">
                <a:cs typeface="+mn-lt"/>
              </a:rPr>
            </a:br>
            <a:r>
              <a:rPr lang="en-US"/>
              <a:t>Another lesson from this project was how fast requirements were shifting whether it was environmental constraints or  risk responses. When we reached new phases, we sometimes had to revisit earlier documents because something had changed.</a:t>
            </a:r>
            <a:endParaRPr lang="en-US">
              <a:ea typeface="Calibri"/>
              <a:cs typeface="Calibri"/>
            </a:endParaRPr>
          </a:p>
          <a:p>
            <a:r>
              <a:rPr lang="en-US"/>
              <a:t>Documentation of audits at milestones act like checkpoints preventing scope creep, improve change control accuracy, and reduce the risk of rework. . Because as the projects evolve requirements change, stakeholders may add constraints, or risks appear. If we don’t catch mismatches early, the cost and impact become much bigger later.</a:t>
            </a:r>
            <a:br>
              <a:rPr lang="en-US">
                <a:cs typeface="+mn-lt"/>
              </a:rPr>
            </a:br>
            <a:r>
              <a:rPr lang="en-US" b="1"/>
              <a:t>3. Align the team on project vision and scope.</a:t>
            </a:r>
            <a:endParaRPr lang="en-US"/>
          </a:p>
          <a:p>
            <a:r>
              <a:rPr lang="en-US"/>
              <a:t>Clear alignment is one of the biggest contributors to project success. For this project, We weren’t just building a transmission line we were delivering a critical segment of California’s renewable integration plan under CPUC oversight. That meant everyone needed the same understanding of why we were choosing certain design paths, what the scope truly included, and what the final deliverables had to meet. When the entire team understands the vision why we’re doing this project and what must be delivered it reduces confusion, prevents misinterpretation &amp; avoid unnecessary changes &amp; and keeps everyone moving toward the same goal. Since the project involves lots of teams and multiple stakeholders it was a little difficult at beginning that every factor is kept in mind and we don't get distracted from our project scope &amp; vision the project was successful</a:t>
            </a:r>
            <a:br>
              <a:rPr lang="en-US">
                <a:cs typeface="+mn-lt"/>
              </a:rPr>
            </a:br>
            <a:br>
              <a:rPr lang="en-US">
                <a:cs typeface="+mn-lt"/>
              </a:rPr>
            </a:b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50B9635B-6ECB-42EF-ACB9-D5906BBC381B}" type="slidenum">
              <a:rPr lang="en-US" smtClean="0"/>
              <a:t>6</a:t>
            </a:fld>
            <a:endParaRPr lang="en-US"/>
          </a:p>
        </p:txBody>
      </p:sp>
    </p:spTree>
    <p:extLst>
      <p:ext uri="{BB962C8B-B14F-4D97-AF65-F5344CB8AC3E}">
        <p14:creationId xmlns:p14="http://schemas.microsoft.com/office/powerpoint/2010/main" val="1890887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Finally, we need to understand how these findings might affect southern california edison moving forward.</a:t>
            </a:r>
          </a:p>
          <a:p>
            <a:r>
              <a:rPr lang="en-US">
                <a:ea typeface="Calibri"/>
                <a:cs typeface="Calibri"/>
              </a:rPr>
              <a:t>One of the obvious outcomes from this project is that southern california edison now has more capacity to serve the residents and businesses of southern california. We can now lower the costs of energy and emissions while serving more customers, and thanks to the governemnt footing much of the bill, SCE was able to complete this much faster than our organic growth trajectory would have allowed.</a:t>
            </a:r>
          </a:p>
          <a:p>
            <a:r>
              <a:rPr lang="en-US">
                <a:ea typeface="Calibri"/>
                <a:cs typeface="Calibri"/>
              </a:rPr>
              <a:t>Also, due to our performance coming in under budget and ahead of schedule due to not needing to utilize all of the resources proposed for our alternate underground solution, we foresee that more govvernment contracts are likely to be awarded to southern california edison. A history of being able to deliver projects successfully can be incredibly valuable in swaying the final decisions on where contracts are awarded. Combine that with the high barrier for entry to our industry and we have a massive leg up on any would-be competition for government energy contracts.</a:t>
            </a:r>
          </a:p>
          <a:p>
            <a:r>
              <a:rPr lang="en-US">
                <a:ea typeface="Calibri"/>
                <a:cs typeface="Calibri"/>
              </a:rPr>
              <a:t>Finally, our troubles with documentation and the solutions implemented during the course of this project will enable more efficient management of future projects and prevent disastrous errors of the same type from occuring on future projects.</a:t>
            </a:r>
          </a:p>
        </p:txBody>
      </p:sp>
      <p:sp>
        <p:nvSpPr>
          <p:cNvPr id="4" name="Slide Number Placeholder 3"/>
          <p:cNvSpPr>
            <a:spLocks noGrp="1"/>
          </p:cNvSpPr>
          <p:nvPr>
            <p:ph type="sldNum" sz="quarter" idx="5"/>
          </p:nvPr>
        </p:nvSpPr>
        <p:spPr/>
        <p:txBody>
          <a:bodyPr/>
          <a:lstStyle/>
          <a:p>
            <a:fld id="{50B9635B-6ECB-42EF-ACB9-D5906BBC381B}" type="slidenum">
              <a:rPr lang="en-US" smtClean="0"/>
              <a:t>7</a:t>
            </a:fld>
            <a:endParaRPr lang="en-US"/>
          </a:p>
        </p:txBody>
      </p:sp>
    </p:spTree>
    <p:extLst>
      <p:ext uri="{BB962C8B-B14F-4D97-AF65-F5344CB8AC3E}">
        <p14:creationId xmlns:p14="http://schemas.microsoft.com/office/powerpoint/2010/main" val="2859264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And to wrap this up. We built a 2.3 miles Overhead powerline in the city of Chino Hills as part of the 273 miles Tehachapi Renewable Transmission Project that carries 3000MW from Windfarms in Tehachapi to Mira Loma. All this took us 2,142 days and $16.4 Million which was much less than was anticipated. In our key findings we discussed our decision making process to build the Powerline Overhead, our Stakeholder engagement and the dynamics of working in a multi-project environment. As part of our recommendations we talked about having a shared document repository, to audit each milestone and to make sure that everyone shares the same vision. Overall, these insights reinforce the value of better decisions + better alignment = better execution.  These are practical lessons learned we can use in how we make business in the future. Finally, I'll leave you with this quote: "The real art of project management is turning complexity into clear decisions and coordinated effort".</a:t>
            </a:r>
          </a:p>
          <a:p>
            <a:endParaRPr lang="en-US">
              <a:ea typeface="Calibri"/>
              <a:cs typeface="Calibri"/>
            </a:endParaRPr>
          </a:p>
          <a:p>
            <a:endParaRPr lang="en-US">
              <a:ea typeface="Calibri"/>
              <a:cs typeface="Calibri"/>
            </a:endParaRPr>
          </a:p>
          <a:p>
            <a:endParaRPr lang="en-US">
              <a:ea typeface="Calibri"/>
              <a:cs typeface="Calibri"/>
            </a:endParaRPr>
          </a:p>
          <a:p>
            <a:pPr marL="285750" indent="-285750">
              <a:buFont typeface="Arial"/>
              <a:buChar char="•"/>
            </a:pPr>
            <a:r>
              <a:rPr lang="en-US">
                <a:ea typeface="Calibri"/>
                <a:cs typeface="Calibri"/>
              </a:rPr>
              <a:t>Exploring options improved decision making (OH VS UG)</a:t>
            </a:r>
            <a:endParaRPr lang="en-US"/>
          </a:p>
          <a:p>
            <a:pPr marL="285750" indent="-285750">
              <a:buFont typeface="Arial"/>
              <a:buChar char="•"/>
            </a:pPr>
            <a:r>
              <a:rPr lang="en-US">
                <a:ea typeface="Calibri"/>
                <a:cs typeface="Calibri"/>
              </a:rPr>
              <a:t>Communication kept stakeholders </a:t>
            </a:r>
            <a:r>
              <a:rPr lang="en-US" err="1">
                <a:ea typeface="Calibri"/>
                <a:cs typeface="Calibri"/>
              </a:rPr>
              <a:t>alighed</a:t>
            </a:r>
            <a:endParaRPr lang="en-US">
              <a:ea typeface="Calibri"/>
              <a:cs typeface="Calibri"/>
            </a:endParaRPr>
          </a:p>
          <a:p>
            <a:pPr marL="285750" indent="-285750">
              <a:buFont typeface="Arial"/>
              <a:buChar char="•"/>
            </a:pPr>
            <a:r>
              <a:rPr lang="en-US">
                <a:ea typeface="Calibri"/>
                <a:cs typeface="Calibri"/>
              </a:rPr>
              <a:t>Multi-project environment: Shared experience + shared challenges</a:t>
            </a:r>
          </a:p>
          <a:p>
            <a:pPr marL="285750" indent="-285750">
              <a:buFont typeface="Arial"/>
              <a:buChar char="•"/>
            </a:pPr>
            <a:r>
              <a:rPr lang="en-US">
                <a:ea typeface="Calibri"/>
                <a:cs typeface="Calibri"/>
              </a:rPr>
              <a:t>Key Recs: Shared repository, milestone audits, clarity on scope</a:t>
            </a:r>
          </a:p>
          <a:p>
            <a:pPr marL="285750" indent="-285750">
              <a:buFont typeface="Arial"/>
              <a:buChar char="•"/>
            </a:pPr>
            <a:r>
              <a:rPr lang="en-US">
                <a:ea typeface="Calibri"/>
                <a:cs typeface="Calibri"/>
              </a:rPr>
              <a:t>Business value: faster renewable energy delivery, better market image, stronger documentation for future work.</a:t>
            </a:r>
          </a:p>
          <a:p>
            <a:pPr marL="285750" indent="-285750">
              <a:buFont typeface="Arial"/>
              <a:buChar char="•"/>
            </a:pPr>
            <a:r>
              <a:rPr lang="en-US">
                <a:ea typeface="Calibri"/>
                <a:cs typeface="Calibri"/>
              </a:rPr>
              <a:t>Main message is: Better decisions, better alignment, better execution.</a:t>
            </a:r>
          </a:p>
        </p:txBody>
      </p:sp>
      <p:sp>
        <p:nvSpPr>
          <p:cNvPr id="4" name="Slide Number Placeholder 3"/>
          <p:cNvSpPr>
            <a:spLocks noGrp="1"/>
          </p:cNvSpPr>
          <p:nvPr>
            <p:ph type="sldNum" sz="quarter" idx="5"/>
          </p:nvPr>
        </p:nvSpPr>
        <p:spPr/>
        <p:txBody>
          <a:bodyPr/>
          <a:lstStyle/>
          <a:p>
            <a:fld id="{50B9635B-6ECB-42EF-ACB9-D5906BBC381B}" type="slidenum">
              <a:rPr lang="en-US" smtClean="0"/>
              <a:t>8</a:t>
            </a:fld>
            <a:endParaRPr lang="en-US"/>
          </a:p>
        </p:txBody>
      </p:sp>
    </p:spTree>
    <p:extLst>
      <p:ext uri="{BB962C8B-B14F-4D97-AF65-F5344CB8AC3E}">
        <p14:creationId xmlns:p14="http://schemas.microsoft.com/office/powerpoint/2010/main" val="19510083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2367" y="2048450"/>
            <a:ext cx="9144000" cy="1076495"/>
          </a:xfrm>
        </p:spPr>
        <p:txBody>
          <a:bodyPr/>
          <a:lstStyle>
            <a:lvl1pPr marL="0" indent="0" algn="l">
              <a:buNone/>
              <a:defRPr sz="2400">
                <a:latin typeface="Segoe UI" panose="020B0502040204020203" pitchFamily="34" charset="0"/>
                <a:ea typeface="Segoe UI" panose="020B0502040204020203" pitchFamily="34" charset="0"/>
                <a:cs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Rectangle 13"/>
          <p:cNvSpPr/>
          <p:nvPr userDrawn="1"/>
        </p:nvSpPr>
        <p:spPr>
          <a:xfrm>
            <a:off x="1" y="6027939"/>
            <a:ext cx="9685537" cy="460414"/>
          </a:xfrm>
          <a:prstGeom prst="rect">
            <a:avLst/>
          </a:prstGeom>
          <a:solidFill>
            <a:srgbClr val="FFD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Title 3"/>
          <p:cNvSpPr>
            <a:spLocks noGrp="1"/>
          </p:cNvSpPr>
          <p:nvPr>
            <p:ph type="title"/>
          </p:nvPr>
        </p:nvSpPr>
        <p:spPr>
          <a:xfrm>
            <a:off x="1003916" y="675860"/>
            <a:ext cx="10515600" cy="1325563"/>
          </a:xfrm>
        </p:spPr>
        <p:txBody>
          <a:bodyPr anchor="b" anchorCtr="0"/>
          <a:lstStyle>
            <a:lvl1pPr>
              <a:defRPr>
                <a:solidFill>
                  <a:srgbClr val="006369"/>
                </a:solidFill>
              </a:defRPr>
            </a:lvl1pPr>
          </a:lstStyle>
          <a:p>
            <a:r>
              <a:rPr lang="en-US"/>
              <a:t>Click to edit Master title style</a:t>
            </a:r>
          </a:p>
        </p:txBody>
      </p:sp>
      <p:cxnSp>
        <p:nvCxnSpPr>
          <p:cNvPr id="16" name="Straight Connector 15"/>
          <p:cNvCxnSpPr/>
          <p:nvPr userDrawn="1"/>
        </p:nvCxnSpPr>
        <p:spPr>
          <a:xfrm>
            <a:off x="9682140" y="5987598"/>
            <a:ext cx="0" cy="525294"/>
          </a:xfrm>
          <a:prstGeom prst="line">
            <a:avLst/>
          </a:prstGeom>
          <a:ln w="3175">
            <a:solidFill>
              <a:srgbClr val="D0D0D2"/>
            </a:solidFill>
          </a:ln>
          <a:effectLst/>
        </p:spPr>
        <p:style>
          <a:lnRef idx="2">
            <a:schemeClr val="accent1"/>
          </a:lnRef>
          <a:fillRef idx="0">
            <a:schemeClr val="accent1"/>
          </a:fillRef>
          <a:effectRef idx="1">
            <a:schemeClr val="accent1"/>
          </a:effectRef>
          <a:fontRef idx="minor">
            <a:schemeClr val="tx1"/>
          </a:fontRef>
        </p:style>
      </p:cxnSp>
      <p:pic>
        <p:nvPicPr>
          <p:cNvPr id="8" name="Picture 7"/>
          <p:cNvPicPr>
            <a:picLocks noChangeAspect="1"/>
          </p:cNvPicPr>
          <p:nvPr userDrawn="1"/>
        </p:nvPicPr>
        <p:blipFill>
          <a:blip r:embed="rId2"/>
          <a:stretch>
            <a:fillRect/>
          </a:stretch>
        </p:blipFill>
        <p:spPr>
          <a:xfrm>
            <a:off x="10114081" y="6032357"/>
            <a:ext cx="1658256" cy="457240"/>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471" y="6157445"/>
            <a:ext cx="2230211" cy="197634"/>
          </a:xfrm>
          <a:prstGeom prst="rect">
            <a:avLst/>
          </a:prstGeom>
        </p:spPr>
      </p:pic>
    </p:spTree>
    <p:extLst>
      <p:ext uri="{BB962C8B-B14F-4D97-AF65-F5344CB8AC3E}">
        <p14:creationId xmlns:p14="http://schemas.microsoft.com/office/powerpoint/2010/main" val="30884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Pr>
        <a:solidFill>
          <a:srgbClr val="006369"/>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903" y="1141875"/>
            <a:ext cx="7027607" cy="1325563"/>
          </a:xfrm>
        </p:spPr>
        <p:txBody>
          <a:bodyPr/>
          <a:lstStyle>
            <a:lvl1pPr>
              <a:defRPr>
                <a:solidFill>
                  <a:schemeClr val="bg1"/>
                </a:solidFill>
              </a:defRPr>
            </a:lvl1pPr>
          </a:lstStyle>
          <a:p>
            <a:r>
              <a:rPr lang="en-US"/>
              <a:t>Divider Slide Title</a:t>
            </a:r>
          </a:p>
        </p:txBody>
      </p:sp>
      <p:sp>
        <p:nvSpPr>
          <p:cNvPr id="6" name="Rectangle 5"/>
          <p:cNvSpPr/>
          <p:nvPr userDrawn="1"/>
        </p:nvSpPr>
        <p:spPr>
          <a:xfrm>
            <a:off x="1" y="6027939"/>
            <a:ext cx="9685537" cy="460414"/>
          </a:xfrm>
          <a:prstGeom prst="rect">
            <a:avLst/>
          </a:prstGeom>
          <a:solidFill>
            <a:srgbClr val="FFD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9674939" y="-9832"/>
            <a:ext cx="251706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2"/>
          <a:stretch>
            <a:fillRect/>
          </a:stretch>
        </p:blipFill>
        <p:spPr>
          <a:xfrm>
            <a:off x="10114081" y="6032357"/>
            <a:ext cx="1658256" cy="457240"/>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471" y="6157445"/>
            <a:ext cx="2230211" cy="197634"/>
          </a:xfrm>
          <a:prstGeom prst="rect">
            <a:avLst/>
          </a:prstGeom>
        </p:spPr>
      </p:pic>
    </p:spTree>
    <p:extLst>
      <p:ext uri="{BB962C8B-B14F-4D97-AF65-F5344CB8AC3E}">
        <p14:creationId xmlns:p14="http://schemas.microsoft.com/office/powerpoint/2010/main" val="3775255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903" y="1141875"/>
            <a:ext cx="7027607" cy="1325563"/>
          </a:xfrm>
        </p:spPr>
        <p:txBody>
          <a:bodyPr/>
          <a:lstStyle>
            <a:lvl1pPr>
              <a:defRPr>
                <a:solidFill>
                  <a:schemeClr val="tx1"/>
                </a:solidFill>
              </a:defRPr>
            </a:lvl1pPr>
          </a:lstStyle>
          <a:p>
            <a:r>
              <a:rPr lang="en-US"/>
              <a:t>Divider Slide Title</a:t>
            </a:r>
          </a:p>
        </p:txBody>
      </p:sp>
      <p:sp>
        <p:nvSpPr>
          <p:cNvPr id="6" name="Rectangle 5"/>
          <p:cNvSpPr/>
          <p:nvPr userDrawn="1"/>
        </p:nvSpPr>
        <p:spPr>
          <a:xfrm>
            <a:off x="1" y="6027939"/>
            <a:ext cx="9685537" cy="460414"/>
          </a:xfrm>
          <a:prstGeom prst="rect">
            <a:avLst/>
          </a:prstGeom>
          <a:solidFill>
            <a:srgbClr val="FFD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9674939" y="-9832"/>
            <a:ext cx="251706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2"/>
          <a:stretch>
            <a:fillRect/>
          </a:stretch>
        </p:blipFill>
        <p:spPr>
          <a:xfrm>
            <a:off x="10114081" y="6032357"/>
            <a:ext cx="1658256" cy="457240"/>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471" y="6157445"/>
            <a:ext cx="2230211" cy="197634"/>
          </a:xfrm>
          <a:prstGeom prst="rect">
            <a:avLst/>
          </a:prstGeom>
        </p:spPr>
      </p:pic>
    </p:spTree>
    <p:extLst>
      <p:ext uri="{BB962C8B-B14F-4D97-AF65-F5344CB8AC3E}">
        <p14:creationId xmlns:p14="http://schemas.microsoft.com/office/powerpoint/2010/main" val="2317875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65F35D-6605-443D-9F38-140776D68947}"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94BA17-8AE8-4651-9FD9-8589E5D42325}" type="slidenum">
              <a:rPr lang="en-US" smtClean="0"/>
              <a:t>‹#›</a:t>
            </a:fld>
            <a:endParaRPr lang="en-US"/>
          </a:p>
        </p:txBody>
      </p:sp>
    </p:spTree>
    <p:extLst>
      <p:ext uri="{BB962C8B-B14F-4D97-AF65-F5344CB8AC3E}">
        <p14:creationId xmlns:p14="http://schemas.microsoft.com/office/powerpoint/2010/main" val="973660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DB8819-B877-4AAF-AB71-63C59D44BF13}" type="datetime1">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94BA17-8AE8-4651-9FD9-8589E5D42325}" type="slidenum">
              <a:rPr lang="en-US" smtClean="0"/>
              <a:t>‹#›</a:t>
            </a:fld>
            <a:endParaRPr lang="en-US"/>
          </a:p>
        </p:txBody>
      </p:sp>
    </p:spTree>
    <p:extLst>
      <p:ext uri="{BB962C8B-B14F-4D97-AF65-F5344CB8AC3E}">
        <p14:creationId xmlns:p14="http://schemas.microsoft.com/office/powerpoint/2010/main" val="2119436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B54F1CE-82E5-4AA3-BFEA-EDE1D1DA8C85}" type="datetime1">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94BA17-8AE8-4651-9FD9-8589E5D42325}" type="slidenum">
              <a:rPr lang="en-US" smtClean="0"/>
              <a:t>‹#›</a:t>
            </a:fld>
            <a:endParaRPr lang="en-US"/>
          </a:p>
        </p:txBody>
      </p:sp>
    </p:spTree>
    <p:extLst>
      <p:ext uri="{BB962C8B-B14F-4D97-AF65-F5344CB8AC3E}">
        <p14:creationId xmlns:p14="http://schemas.microsoft.com/office/powerpoint/2010/main" val="1860567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AE2EBC-325E-46EC-87DD-6EC14BFC4DB2}" type="datetime1">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94BA17-8AE8-4651-9FD9-8589E5D42325}" type="slidenum">
              <a:rPr lang="en-US" smtClean="0"/>
              <a:t>‹#›</a:t>
            </a:fld>
            <a:endParaRPr lang="en-US"/>
          </a:p>
        </p:txBody>
      </p:sp>
    </p:spTree>
    <p:extLst>
      <p:ext uri="{BB962C8B-B14F-4D97-AF65-F5344CB8AC3E}">
        <p14:creationId xmlns:p14="http://schemas.microsoft.com/office/powerpoint/2010/main" val="363809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Photo ">
    <p:spTree>
      <p:nvGrpSpPr>
        <p:cNvPr id="1" name=""/>
        <p:cNvGrpSpPr/>
        <p:nvPr/>
      </p:nvGrpSpPr>
      <p:grpSpPr>
        <a:xfrm>
          <a:off x="0" y="0"/>
          <a:ext cx="0" cy="0"/>
          <a:chOff x="0" y="0"/>
          <a:chExt cx="0" cy="0"/>
        </a:xfrm>
      </p:grpSpPr>
      <p:sp>
        <p:nvSpPr>
          <p:cNvPr id="4" name="Picture Placeholder 2"/>
          <p:cNvSpPr>
            <a:spLocks noGrp="1" noChangeAspect="1"/>
          </p:cNvSpPr>
          <p:nvPr>
            <p:ph type="pic" idx="13"/>
          </p:nvPr>
        </p:nvSpPr>
        <p:spPr>
          <a:xfrm>
            <a:off x="0" y="1049311"/>
            <a:ext cx="12192000" cy="5811864"/>
          </a:xfrm>
          <a:prstGeom prst="rect">
            <a:avLst/>
          </a:prstGeom>
          <a:solidFill>
            <a:schemeClr val="bg2">
              <a:lumMod val="75000"/>
            </a:schemeClr>
          </a:solidFill>
          <a:ln>
            <a:noFill/>
          </a:ln>
        </p:spPr>
        <p:txBody>
          <a:bodyPr anchor="t">
            <a:normAutofit/>
          </a:bodyPr>
          <a:lstStyle>
            <a:lvl1pPr marL="0" indent="0" algn="ctr">
              <a:buNone/>
              <a:defRPr sz="1200" b="0" i="0">
                <a:solidFill>
                  <a:schemeClr val="bg1"/>
                </a:solidFill>
                <a:latin typeface="Arial" charset="0"/>
                <a:ea typeface="Arial" charset="0"/>
                <a:cs typeface="Arial" charset="0"/>
              </a:defRPr>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3" name="Title 1"/>
          <p:cNvSpPr>
            <a:spLocks noGrp="1"/>
          </p:cNvSpPr>
          <p:nvPr>
            <p:ph type="title"/>
          </p:nvPr>
        </p:nvSpPr>
        <p:spPr>
          <a:xfrm>
            <a:off x="471256" y="97654"/>
            <a:ext cx="10515600" cy="909454"/>
          </a:xfrm>
        </p:spPr>
        <p:txBody>
          <a:bodyPr/>
          <a:lstStyle/>
          <a:p>
            <a:r>
              <a:rPr lang="en-US"/>
              <a:t>Click to edit Master title style</a:t>
            </a:r>
          </a:p>
        </p:txBody>
      </p:sp>
      <p:sp>
        <p:nvSpPr>
          <p:cNvPr id="5" name="Slide Number Placeholder 4"/>
          <p:cNvSpPr>
            <a:spLocks noGrp="1"/>
          </p:cNvSpPr>
          <p:nvPr>
            <p:ph type="sldNum" sz="quarter" idx="12"/>
          </p:nvPr>
        </p:nvSpPr>
        <p:spPr>
          <a:xfrm>
            <a:off x="11304231" y="6374108"/>
            <a:ext cx="688760" cy="365125"/>
          </a:xfrm>
        </p:spPr>
        <p:txBody>
          <a:bodyPr/>
          <a:lstStyle/>
          <a:p>
            <a:fld id="{5E94BA17-8AE8-4651-9FD9-8589E5D42325}" type="slidenum">
              <a:rPr lang="en-US" smtClean="0"/>
              <a:t>‹#›</a:t>
            </a:fld>
            <a:endParaRPr lang="en-US"/>
          </a:p>
        </p:txBody>
      </p:sp>
    </p:spTree>
    <p:extLst>
      <p:ext uri="{BB962C8B-B14F-4D97-AF65-F5344CB8AC3E}">
        <p14:creationId xmlns:p14="http://schemas.microsoft.com/office/powerpoint/2010/main" val="260682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Bleed Photo ">
    <p:spTree>
      <p:nvGrpSpPr>
        <p:cNvPr id="1" name=""/>
        <p:cNvGrpSpPr/>
        <p:nvPr/>
      </p:nvGrpSpPr>
      <p:grpSpPr>
        <a:xfrm>
          <a:off x="0" y="0"/>
          <a:ext cx="0" cy="0"/>
          <a:chOff x="0" y="0"/>
          <a:chExt cx="0" cy="0"/>
        </a:xfrm>
      </p:grpSpPr>
      <p:sp>
        <p:nvSpPr>
          <p:cNvPr id="4" name="Picture Placeholder 2"/>
          <p:cNvSpPr>
            <a:spLocks noGrp="1" noChangeAspect="1"/>
          </p:cNvSpPr>
          <p:nvPr>
            <p:ph type="pic" idx="13"/>
          </p:nvPr>
        </p:nvSpPr>
        <p:spPr>
          <a:xfrm>
            <a:off x="0" y="0"/>
            <a:ext cx="12192000" cy="6861175"/>
          </a:xfrm>
          <a:prstGeom prst="rect">
            <a:avLst/>
          </a:prstGeom>
          <a:solidFill>
            <a:schemeClr val="bg2">
              <a:lumMod val="75000"/>
            </a:schemeClr>
          </a:solidFill>
          <a:ln>
            <a:noFill/>
          </a:ln>
        </p:spPr>
        <p:txBody>
          <a:bodyPr anchor="t">
            <a:normAutofit/>
          </a:bodyPr>
          <a:lstStyle>
            <a:lvl1pPr marL="0" indent="0" algn="ctr">
              <a:buNone/>
              <a:defRPr sz="1200" b="0" i="0">
                <a:solidFill>
                  <a:schemeClr val="bg1"/>
                </a:solidFill>
                <a:latin typeface="Arial" charset="0"/>
                <a:ea typeface="Arial" charset="0"/>
                <a:cs typeface="Arial" charset="0"/>
              </a:defRPr>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5" name="Slide Number Placeholder 4"/>
          <p:cNvSpPr>
            <a:spLocks noGrp="1"/>
          </p:cNvSpPr>
          <p:nvPr>
            <p:ph type="sldNum" sz="quarter" idx="12"/>
          </p:nvPr>
        </p:nvSpPr>
        <p:spPr>
          <a:xfrm>
            <a:off x="11304231" y="6374108"/>
            <a:ext cx="688760" cy="365125"/>
          </a:xfrm>
        </p:spPr>
        <p:txBody>
          <a:bodyPr/>
          <a:lstStyle/>
          <a:p>
            <a:fld id="{5E94BA17-8AE8-4651-9FD9-8589E5D42325}" type="slidenum">
              <a:rPr lang="en-US" smtClean="0"/>
              <a:t>‹#›</a:t>
            </a:fld>
            <a:endParaRPr lang="en-US"/>
          </a:p>
        </p:txBody>
      </p:sp>
      <p:sp>
        <p:nvSpPr>
          <p:cNvPr id="6" name="Title 1"/>
          <p:cNvSpPr>
            <a:spLocks noGrp="1"/>
          </p:cNvSpPr>
          <p:nvPr>
            <p:ph type="title"/>
          </p:nvPr>
        </p:nvSpPr>
        <p:spPr>
          <a:xfrm>
            <a:off x="471256" y="301848"/>
            <a:ext cx="10515600" cy="909454"/>
          </a:xfrm>
        </p:spPr>
        <p:txBody>
          <a:bodyPr/>
          <a:lstStyle/>
          <a:p>
            <a:r>
              <a:rPr lang="en-US"/>
              <a:t>Click to edit Master title style</a:t>
            </a:r>
          </a:p>
        </p:txBody>
      </p:sp>
    </p:spTree>
    <p:extLst>
      <p:ext uri="{BB962C8B-B14F-4D97-AF65-F5344CB8AC3E}">
        <p14:creationId xmlns:p14="http://schemas.microsoft.com/office/powerpoint/2010/main" val="3480261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Photo ">
    <p:spTree>
      <p:nvGrpSpPr>
        <p:cNvPr id="1" name=""/>
        <p:cNvGrpSpPr/>
        <p:nvPr/>
      </p:nvGrpSpPr>
      <p:grpSpPr>
        <a:xfrm>
          <a:off x="0" y="0"/>
          <a:ext cx="0" cy="0"/>
          <a:chOff x="0" y="0"/>
          <a:chExt cx="0" cy="0"/>
        </a:xfrm>
      </p:grpSpPr>
      <p:sp>
        <p:nvSpPr>
          <p:cNvPr id="6" name="Picture Placeholder 2"/>
          <p:cNvSpPr>
            <a:spLocks noGrp="1" noChangeAspect="1"/>
          </p:cNvSpPr>
          <p:nvPr>
            <p:ph type="pic" idx="13"/>
          </p:nvPr>
        </p:nvSpPr>
        <p:spPr>
          <a:xfrm>
            <a:off x="5879167" y="1084826"/>
            <a:ext cx="6336508" cy="5191691"/>
          </a:xfrm>
          <a:prstGeom prst="rect">
            <a:avLst/>
          </a:prstGeom>
          <a:solidFill>
            <a:schemeClr val="bg2">
              <a:lumMod val="75000"/>
            </a:schemeClr>
          </a:solidFill>
          <a:ln>
            <a:solidFill>
              <a:schemeClr val="bg1"/>
            </a:solidFill>
          </a:ln>
        </p:spPr>
        <p:txBody>
          <a:bodyPr anchor="t">
            <a:normAutofit/>
          </a:bodyPr>
          <a:lstStyle>
            <a:lvl1pPr marL="0" indent="0" algn="ctr">
              <a:buNone/>
              <a:defRPr sz="1200" b="0" i="0">
                <a:solidFill>
                  <a:schemeClr val="bg1"/>
                </a:solidFill>
                <a:latin typeface="Arial" charset="0"/>
                <a:ea typeface="Arial" charset="0"/>
                <a:cs typeface="Arial" charset="0"/>
              </a:defRPr>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7" name="Content Placeholder 2"/>
          <p:cNvSpPr>
            <a:spLocks noGrp="1"/>
          </p:cNvSpPr>
          <p:nvPr>
            <p:ph sz="half" idx="1"/>
          </p:nvPr>
        </p:nvSpPr>
        <p:spPr>
          <a:xfrm>
            <a:off x="838201" y="1541539"/>
            <a:ext cx="4227991"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p:nvPr>
        </p:nvSpPr>
        <p:spPr>
          <a:xfrm>
            <a:off x="471256" y="186434"/>
            <a:ext cx="10515600" cy="909454"/>
          </a:xfrm>
        </p:spPr>
        <p:txBody>
          <a:bodyPr/>
          <a:lstStyle/>
          <a:p>
            <a:r>
              <a:rPr lang="en-US"/>
              <a:t>Click to edit Master title style</a:t>
            </a:r>
          </a:p>
        </p:txBody>
      </p:sp>
      <p:sp>
        <p:nvSpPr>
          <p:cNvPr id="2" name="Date Placeholder 1"/>
          <p:cNvSpPr>
            <a:spLocks noGrp="1"/>
          </p:cNvSpPr>
          <p:nvPr>
            <p:ph type="dt" sz="half" idx="14"/>
          </p:nvPr>
        </p:nvSpPr>
        <p:spPr/>
        <p:txBody>
          <a:bodyPr/>
          <a:lstStyle/>
          <a:p>
            <a:fld id="{62FE63C3-A73F-4097-86A9-7B28950712B1}" type="datetime1">
              <a:rPr lang="en-US" smtClean="0"/>
              <a:pPr/>
              <a:t>12/2/2025</a:t>
            </a:fld>
            <a:endParaRPr lang="en-US"/>
          </a:p>
        </p:txBody>
      </p:sp>
      <p:sp>
        <p:nvSpPr>
          <p:cNvPr id="3" name="Footer Placeholder 2"/>
          <p:cNvSpPr>
            <a:spLocks noGrp="1"/>
          </p:cNvSpPr>
          <p:nvPr>
            <p:ph type="ftr" sz="quarter" idx="15"/>
          </p:nvPr>
        </p:nvSpPr>
        <p:spPr/>
        <p:txBody>
          <a:bodyPr/>
          <a:lstStyle/>
          <a:p>
            <a:endParaRPr lang="en-US"/>
          </a:p>
        </p:txBody>
      </p:sp>
      <p:sp>
        <p:nvSpPr>
          <p:cNvPr id="4" name="Slide Number Placeholder 3"/>
          <p:cNvSpPr>
            <a:spLocks noGrp="1"/>
          </p:cNvSpPr>
          <p:nvPr>
            <p:ph type="sldNum" sz="quarter" idx="16"/>
          </p:nvPr>
        </p:nvSpPr>
        <p:spPr/>
        <p:txBody>
          <a:bodyPr/>
          <a:lstStyle/>
          <a:p>
            <a:fld id="{5E94BA17-8AE8-4651-9FD9-8589E5D42325}" type="slidenum">
              <a:rPr lang="en-US" smtClean="0"/>
              <a:pPr/>
              <a:t>‹#›</a:t>
            </a:fld>
            <a:endParaRPr lang="en-US"/>
          </a:p>
        </p:txBody>
      </p:sp>
    </p:spTree>
    <p:extLst>
      <p:ext uri="{BB962C8B-B14F-4D97-AF65-F5344CB8AC3E}">
        <p14:creationId xmlns:p14="http://schemas.microsoft.com/office/powerpoint/2010/main" val="962653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3 Photos">
    <p:spTree>
      <p:nvGrpSpPr>
        <p:cNvPr id="1" name=""/>
        <p:cNvGrpSpPr/>
        <p:nvPr/>
      </p:nvGrpSpPr>
      <p:grpSpPr>
        <a:xfrm>
          <a:off x="0" y="0"/>
          <a:ext cx="0" cy="0"/>
          <a:chOff x="0" y="0"/>
          <a:chExt cx="0" cy="0"/>
        </a:xfrm>
      </p:grpSpPr>
      <p:sp>
        <p:nvSpPr>
          <p:cNvPr id="12" name="Picture Placeholder 2"/>
          <p:cNvSpPr>
            <a:spLocks noGrp="1" noChangeAspect="1"/>
          </p:cNvSpPr>
          <p:nvPr>
            <p:ph type="pic" idx="13"/>
          </p:nvPr>
        </p:nvSpPr>
        <p:spPr>
          <a:xfrm>
            <a:off x="6001963" y="614310"/>
            <a:ext cx="6190040" cy="2580217"/>
          </a:xfrm>
          <a:prstGeom prst="rect">
            <a:avLst/>
          </a:prstGeom>
          <a:solidFill>
            <a:schemeClr val="bg2">
              <a:lumMod val="75000"/>
            </a:schemeClr>
          </a:solidFill>
          <a:ln>
            <a:solidFill>
              <a:schemeClr val="bg1"/>
            </a:solidFill>
          </a:ln>
        </p:spPr>
        <p:txBody>
          <a:bodyPr anchor="t">
            <a:normAutofit/>
          </a:bodyPr>
          <a:lstStyle>
            <a:lvl1pPr marL="0" indent="0" algn="ctr">
              <a:buNone/>
              <a:defRPr sz="1200" b="0" i="0">
                <a:solidFill>
                  <a:schemeClr val="bg1"/>
                </a:solidFill>
                <a:latin typeface="Arial" charset="0"/>
                <a:ea typeface="Arial" charset="0"/>
                <a:cs typeface="Arial" charset="0"/>
              </a:defRPr>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13" name="Picture Placeholder 2"/>
          <p:cNvSpPr>
            <a:spLocks noGrp="1" noChangeAspect="1"/>
          </p:cNvSpPr>
          <p:nvPr>
            <p:ph type="pic" idx="14"/>
          </p:nvPr>
        </p:nvSpPr>
        <p:spPr>
          <a:xfrm>
            <a:off x="6001963" y="3199309"/>
            <a:ext cx="3150855" cy="2499240"/>
          </a:xfrm>
          <a:prstGeom prst="rect">
            <a:avLst/>
          </a:prstGeom>
          <a:solidFill>
            <a:schemeClr val="bg2">
              <a:lumMod val="75000"/>
            </a:schemeClr>
          </a:solidFill>
          <a:ln>
            <a:solidFill>
              <a:schemeClr val="bg1"/>
            </a:solidFill>
          </a:ln>
        </p:spPr>
        <p:txBody>
          <a:bodyPr anchor="t">
            <a:normAutofit/>
          </a:bodyPr>
          <a:lstStyle>
            <a:lvl1pPr marL="0" indent="0" algn="ctr">
              <a:buNone/>
              <a:defRPr sz="1200" b="0" i="0">
                <a:solidFill>
                  <a:schemeClr val="bg1"/>
                </a:solidFill>
                <a:latin typeface="Arial" charset="0"/>
                <a:ea typeface="Arial" charset="0"/>
                <a:cs typeface="Arial" charset="0"/>
              </a:defRPr>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14" name="Picture Placeholder 2"/>
          <p:cNvSpPr>
            <a:spLocks noGrp="1" noChangeAspect="1"/>
          </p:cNvSpPr>
          <p:nvPr>
            <p:ph type="pic" idx="15"/>
          </p:nvPr>
        </p:nvSpPr>
        <p:spPr>
          <a:xfrm>
            <a:off x="9138763" y="3199309"/>
            <a:ext cx="3053237" cy="2499239"/>
          </a:xfrm>
          <a:prstGeom prst="rect">
            <a:avLst/>
          </a:prstGeom>
          <a:solidFill>
            <a:schemeClr val="bg2">
              <a:lumMod val="75000"/>
            </a:schemeClr>
          </a:solidFill>
          <a:ln>
            <a:solidFill>
              <a:schemeClr val="bg1"/>
            </a:solidFill>
          </a:ln>
        </p:spPr>
        <p:txBody>
          <a:bodyPr anchor="t">
            <a:normAutofit/>
          </a:bodyPr>
          <a:lstStyle>
            <a:lvl1pPr marL="0" indent="0" algn="ctr">
              <a:buNone/>
              <a:defRPr sz="1200" b="0" i="0">
                <a:solidFill>
                  <a:schemeClr val="bg1"/>
                </a:solidFill>
                <a:latin typeface="Arial" charset="0"/>
                <a:ea typeface="Arial" charset="0"/>
                <a:cs typeface="Arial" charset="0"/>
              </a:defRPr>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7" name="Content Placeholder 2"/>
          <p:cNvSpPr>
            <a:spLocks noGrp="1"/>
          </p:cNvSpPr>
          <p:nvPr>
            <p:ph sz="half" idx="1"/>
          </p:nvPr>
        </p:nvSpPr>
        <p:spPr>
          <a:xfrm>
            <a:off x="388398" y="1000002"/>
            <a:ext cx="4227991"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4"/>
          <p:cNvSpPr>
            <a:spLocks noGrp="1"/>
          </p:cNvSpPr>
          <p:nvPr>
            <p:ph type="sldNum" sz="quarter" idx="12"/>
          </p:nvPr>
        </p:nvSpPr>
        <p:spPr>
          <a:xfrm>
            <a:off x="11304231" y="6374108"/>
            <a:ext cx="688760" cy="365125"/>
          </a:xfrm>
        </p:spPr>
        <p:txBody>
          <a:bodyPr/>
          <a:lstStyle/>
          <a:p>
            <a:fld id="{5E94BA17-8AE8-4651-9FD9-8589E5D42325}" type="slidenum">
              <a:rPr lang="en-US" smtClean="0"/>
              <a:t>‹#›</a:t>
            </a:fld>
            <a:endParaRPr lang="en-US"/>
          </a:p>
        </p:txBody>
      </p:sp>
      <p:sp>
        <p:nvSpPr>
          <p:cNvPr id="11" name="Date Placeholder 3"/>
          <p:cNvSpPr>
            <a:spLocks noGrp="1"/>
          </p:cNvSpPr>
          <p:nvPr>
            <p:ph type="dt" sz="half" idx="2"/>
          </p:nvPr>
        </p:nvSpPr>
        <p:spPr>
          <a:xfrm>
            <a:off x="210838" y="6356352"/>
            <a:ext cx="1706732" cy="365125"/>
          </a:xfrm>
          <a:prstGeom prst="rect">
            <a:avLst/>
          </a:prstGeom>
        </p:spPr>
        <p:txBody>
          <a:bodyPr vert="horz" lIns="91440" tIns="45720" rIns="91440" bIns="45720" rtlCol="0" anchor="ctr"/>
          <a:lstStyle>
            <a:lvl1pPr algn="l">
              <a:defRPr sz="1050">
                <a:solidFill>
                  <a:schemeClr val="tx1"/>
                </a:solidFill>
                <a:latin typeface="Segoe UI Semibold" panose="020B0702040204020203" pitchFamily="34" charset="0"/>
              </a:defRPr>
            </a:lvl1pPr>
          </a:lstStyle>
          <a:p>
            <a:fld id="{62FE63C3-A73F-4097-86A9-7B28950712B1}" type="datetime1">
              <a:rPr lang="en-US" smtClean="0"/>
              <a:pPr/>
              <a:t>12/2/2025</a:t>
            </a:fld>
            <a:endParaRPr lang="en-US"/>
          </a:p>
        </p:txBody>
      </p:sp>
      <p:sp>
        <p:nvSpPr>
          <p:cNvPr id="15" name="Footer Placeholder 4"/>
          <p:cNvSpPr>
            <a:spLocks noGrp="1"/>
          </p:cNvSpPr>
          <p:nvPr>
            <p:ph type="ftr" sz="quarter" idx="3"/>
          </p:nvPr>
        </p:nvSpPr>
        <p:spPr>
          <a:xfrm>
            <a:off x="3150828" y="6356352"/>
            <a:ext cx="4114800" cy="365125"/>
          </a:xfrm>
          <a:prstGeom prst="rect">
            <a:avLst/>
          </a:prstGeom>
        </p:spPr>
        <p:txBody>
          <a:bodyPr vert="horz" lIns="91440" tIns="45720" rIns="91440" bIns="45720" rtlCol="0" anchor="ctr"/>
          <a:lstStyle>
            <a:lvl1pPr algn="l">
              <a:defRPr sz="1100">
                <a:solidFill>
                  <a:schemeClr val="tx1">
                    <a:tint val="75000"/>
                  </a:schemeClr>
                </a:solidFill>
                <a:latin typeface="Segoe UI Semibold" panose="020B0702040204020203" pitchFamily="34" charset="0"/>
              </a:defRPr>
            </a:lvl1pPr>
          </a:lstStyle>
          <a:p>
            <a:endParaRPr lang="en-US"/>
          </a:p>
        </p:txBody>
      </p:sp>
    </p:spTree>
    <p:extLst>
      <p:ext uri="{BB962C8B-B14F-4D97-AF65-F5344CB8AC3E}">
        <p14:creationId xmlns:p14="http://schemas.microsoft.com/office/powerpoint/2010/main" val="2349297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
    <p:spTree>
      <p:nvGrpSpPr>
        <p:cNvPr id="1" name=""/>
        <p:cNvGrpSpPr/>
        <p:nvPr/>
      </p:nvGrpSpPr>
      <p:grpSpPr>
        <a:xfrm>
          <a:off x="0" y="0"/>
          <a:ext cx="0" cy="0"/>
          <a:chOff x="0" y="0"/>
          <a:chExt cx="0" cy="0"/>
        </a:xfrm>
      </p:grpSpPr>
      <p:sp>
        <p:nvSpPr>
          <p:cNvPr id="7" name="Content Placeholder 2"/>
          <p:cNvSpPr>
            <a:spLocks noGrp="1"/>
          </p:cNvSpPr>
          <p:nvPr>
            <p:ph sz="half" idx="1"/>
          </p:nvPr>
        </p:nvSpPr>
        <p:spPr>
          <a:xfrm>
            <a:off x="270029" y="1621438"/>
            <a:ext cx="4227991"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4"/>
          <p:cNvSpPr>
            <a:spLocks noGrp="1"/>
          </p:cNvSpPr>
          <p:nvPr>
            <p:ph type="sldNum" sz="quarter" idx="12"/>
          </p:nvPr>
        </p:nvSpPr>
        <p:spPr>
          <a:xfrm>
            <a:off x="11304231" y="6374108"/>
            <a:ext cx="688760" cy="365125"/>
          </a:xfrm>
        </p:spPr>
        <p:txBody>
          <a:bodyPr/>
          <a:lstStyle/>
          <a:p>
            <a:fld id="{5E94BA17-8AE8-4651-9FD9-8589E5D42325}" type="slidenum">
              <a:rPr lang="en-US" smtClean="0"/>
              <a:t>‹#›</a:t>
            </a:fld>
            <a:endParaRPr lang="en-US"/>
          </a:p>
        </p:txBody>
      </p:sp>
      <p:sp>
        <p:nvSpPr>
          <p:cNvPr id="6" name="Chart Placeholder 5"/>
          <p:cNvSpPr>
            <a:spLocks noGrp="1"/>
          </p:cNvSpPr>
          <p:nvPr>
            <p:ph type="chart" sz="quarter" idx="13"/>
          </p:nvPr>
        </p:nvSpPr>
        <p:spPr>
          <a:xfrm>
            <a:off x="4935986" y="1683711"/>
            <a:ext cx="6960093" cy="4042386"/>
          </a:xfrm>
          <a:solidFill>
            <a:schemeClr val="bg1">
              <a:lumMod val="75000"/>
            </a:schemeClr>
          </a:solidFill>
        </p:spPr>
        <p:txBody>
          <a:bodyPr/>
          <a:lstStyle>
            <a:lvl1pPr marL="0" indent="0">
              <a:buNone/>
              <a:defRPr/>
            </a:lvl1pPr>
          </a:lstStyle>
          <a:p>
            <a:r>
              <a:rPr lang="en-US"/>
              <a:t>Click icon to add chart</a:t>
            </a:r>
          </a:p>
        </p:txBody>
      </p:sp>
      <p:sp>
        <p:nvSpPr>
          <p:cNvPr id="15" name="Title 1"/>
          <p:cNvSpPr>
            <a:spLocks noGrp="1"/>
          </p:cNvSpPr>
          <p:nvPr>
            <p:ph type="title"/>
          </p:nvPr>
        </p:nvSpPr>
        <p:spPr>
          <a:xfrm>
            <a:off x="471256" y="186434"/>
            <a:ext cx="10515600" cy="909454"/>
          </a:xfrm>
        </p:spPr>
        <p:txBody>
          <a:bodyPr/>
          <a:lstStyle/>
          <a:p>
            <a:r>
              <a:rPr lang="en-US"/>
              <a:t>Click to edit Master title style</a:t>
            </a:r>
          </a:p>
        </p:txBody>
      </p:sp>
      <p:sp>
        <p:nvSpPr>
          <p:cNvPr id="16" name="Date Placeholder 3"/>
          <p:cNvSpPr>
            <a:spLocks noGrp="1"/>
          </p:cNvSpPr>
          <p:nvPr>
            <p:ph type="dt" sz="half" idx="2"/>
          </p:nvPr>
        </p:nvSpPr>
        <p:spPr>
          <a:xfrm>
            <a:off x="210838" y="6356352"/>
            <a:ext cx="1706732" cy="365125"/>
          </a:xfrm>
          <a:prstGeom prst="rect">
            <a:avLst/>
          </a:prstGeom>
        </p:spPr>
        <p:txBody>
          <a:bodyPr vert="horz" lIns="91440" tIns="45720" rIns="91440" bIns="45720" rtlCol="0" anchor="ctr"/>
          <a:lstStyle>
            <a:lvl1pPr algn="l">
              <a:defRPr sz="1050">
                <a:solidFill>
                  <a:schemeClr val="tx1"/>
                </a:solidFill>
                <a:latin typeface="Segoe UI Semibold" panose="020B0702040204020203" pitchFamily="34" charset="0"/>
              </a:defRPr>
            </a:lvl1pPr>
          </a:lstStyle>
          <a:p>
            <a:fld id="{62FE63C3-A73F-4097-86A9-7B28950712B1}" type="datetime1">
              <a:rPr lang="en-US" smtClean="0"/>
              <a:pPr/>
              <a:t>12/2/2025</a:t>
            </a:fld>
            <a:endParaRPr lang="en-US"/>
          </a:p>
        </p:txBody>
      </p:sp>
      <p:sp>
        <p:nvSpPr>
          <p:cNvPr id="17" name="Footer Placeholder 4"/>
          <p:cNvSpPr>
            <a:spLocks noGrp="1"/>
          </p:cNvSpPr>
          <p:nvPr>
            <p:ph type="ftr" sz="quarter" idx="3"/>
          </p:nvPr>
        </p:nvSpPr>
        <p:spPr>
          <a:xfrm>
            <a:off x="3150828" y="6356352"/>
            <a:ext cx="4114800" cy="365125"/>
          </a:xfrm>
          <a:prstGeom prst="rect">
            <a:avLst/>
          </a:prstGeom>
        </p:spPr>
        <p:txBody>
          <a:bodyPr vert="horz" lIns="91440" tIns="45720" rIns="91440" bIns="45720" rtlCol="0" anchor="ctr"/>
          <a:lstStyle>
            <a:lvl1pPr algn="l">
              <a:defRPr sz="1100">
                <a:solidFill>
                  <a:schemeClr val="tx1">
                    <a:tint val="75000"/>
                  </a:schemeClr>
                </a:solidFill>
                <a:latin typeface="Segoe UI Semibold" panose="020B0702040204020203" pitchFamily="34" charset="0"/>
              </a:defRPr>
            </a:lvl1pPr>
          </a:lstStyle>
          <a:p>
            <a:endParaRPr lang="en-US"/>
          </a:p>
        </p:txBody>
      </p:sp>
    </p:spTree>
    <p:extLst>
      <p:ext uri="{BB962C8B-B14F-4D97-AF65-F5344CB8AC3E}">
        <p14:creationId xmlns:p14="http://schemas.microsoft.com/office/powerpoint/2010/main" val="3477319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0838" y="6356352"/>
            <a:ext cx="1706732" cy="365125"/>
          </a:xfrm>
          <a:prstGeom prst="rect">
            <a:avLst/>
          </a:prstGeom>
        </p:spPr>
        <p:txBody>
          <a:bodyPr vert="horz" lIns="91440" tIns="45720" rIns="91440" bIns="45720" rtlCol="0" anchor="ctr"/>
          <a:lstStyle>
            <a:lvl1pPr algn="l">
              <a:defRPr sz="1000">
                <a:solidFill>
                  <a:schemeClr val="tx1"/>
                </a:solidFill>
                <a:latin typeface="Segoe UI Semibold" panose="020B0702040204020203" pitchFamily="34" charset="0"/>
              </a:defRPr>
            </a:lvl1pPr>
          </a:lstStyle>
          <a:p>
            <a:fld id="{62FE63C3-A73F-4097-86A9-7B28950712B1}" type="datetime1">
              <a:rPr lang="en-US" smtClean="0"/>
              <a:pPr/>
              <a:t>12/2/2025</a:t>
            </a:fld>
            <a:endParaRPr lang="en-US"/>
          </a:p>
        </p:txBody>
      </p:sp>
      <p:sp>
        <p:nvSpPr>
          <p:cNvPr id="5" name="Footer Placeholder 4"/>
          <p:cNvSpPr>
            <a:spLocks noGrp="1"/>
          </p:cNvSpPr>
          <p:nvPr>
            <p:ph type="ftr" sz="quarter" idx="3"/>
          </p:nvPr>
        </p:nvSpPr>
        <p:spPr>
          <a:xfrm>
            <a:off x="3150828" y="6356352"/>
            <a:ext cx="4114800" cy="365125"/>
          </a:xfrm>
          <a:prstGeom prst="rect">
            <a:avLst/>
          </a:prstGeom>
        </p:spPr>
        <p:txBody>
          <a:bodyPr vert="horz" lIns="91440" tIns="45720" rIns="91440" bIns="45720" rtlCol="0" anchor="ctr"/>
          <a:lstStyle>
            <a:lvl1pPr algn="l">
              <a:defRPr sz="1000">
                <a:solidFill>
                  <a:schemeClr val="tx1">
                    <a:tint val="75000"/>
                  </a:schemeClr>
                </a:solidFill>
                <a:latin typeface="Segoe UI Semibold" panose="020B0702040204020203" pitchFamily="34" charset="0"/>
              </a:defRPr>
            </a:lvl1pPr>
          </a:lstStyle>
          <a:p>
            <a:endParaRPr lang="en-US"/>
          </a:p>
        </p:txBody>
      </p:sp>
      <p:sp>
        <p:nvSpPr>
          <p:cNvPr id="6" name="Slide Number Placeholder 5"/>
          <p:cNvSpPr>
            <a:spLocks noGrp="1"/>
          </p:cNvSpPr>
          <p:nvPr>
            <p:ph type="sldNum" sz="quarter" idx="4"/>
          </p:nvPr>
        </p:nvSpPr>
        <p:spPr>
          <a:xfrm>
            <a:off x="11304231" y="6374108"/>
            <a:ext cx="688760" cy="365125"/>
          </a:xfrm>
          <a:prstGeom prst="rect">
            <a:avLst/>
          </a:prstGeom>
        </p:spPr>
        <p:txBody>
          <a:bodyPr vert="horz" lIns="91440" tIns="45720" rIns="91440" bIns="45720" rtlCol="0" anchor="ctr"/>
          <a:lstStyle>
            <a:lvl1pPr algn="r">
              <a:defRPr sz="1200" b="1" i="0">
                <a:solidFill>
                  <a:schemeClr val="bg1">
                    <a:lumMod val="50000"/>
                  </a:schemeClr>
                </a:solidFill>
                <a:latin typeface="Open Sans"/>
                <a:ea typeface="Segoe UI" panose="020B0502040204020203" pitchFamily="34" charset="0"/>
                <a:cs typeface="Open Sans"/>
              </a:defRPr>
            </a:lvl1pPr>
          </a:lstStyle>
          <a:p>
            <a:fld id="{5E94BA17-8AE8-4651-9FD9-8589E5D42325}" type="slidenum">
              <a:rPr lang="en-US" smtClean="0"/>
              <a:pPr/>
              <a:t>‹#›</a:t>
            </a:fld>
            <a:endParaRPr lang="en-US"/>
          </a:p>
        </p:txBody>
      </p:sp>
      <p:cxnSp>
        <p:nvCxnSpPr>
          <p:cNvPr id="9" name="Straight Connector 8"/>
          <p:cNvCxnSpPr/>
          <p:nvPr userDrawn="1"/>
        </p:nvCxnSpPr>
        <p:spPr>
          <a:xfrm>
            <a:off x="11425131" y="6383045"/>
            <a:ext cx="0" cy="325158"/>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userDrawn="1"/>
        </p:nvSpPr>
        <p:spPr>
          <a:xfrm>
            <a:off x="0" y="6795856"/>
            <a:ext cx="12192000" cy="7102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192405" y="6464424"/>
            <a:ext cx="1971862" cy="174740"/>
          </a:xfrm>
          <a:prstGeom prst="rect">
            <a:avLst/>
          </a:prstGeom>
        </p:spPr>
      </p:pic>
    </p:spTree>
    <p:extLst>
      <p:ext uri="{BB962C8B-B14F-4D97-AF65-F5344CB8AC3E}">
        <p14:creationId xmlns:p14="http://schemas.microsoft.com/office/powerpoint/2010/main" val="3066746598"/>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78" r:id="rId3"/>
    <p:sldLayoutId id="2147483662" r:id="rId4"/>
    <p:sldLayoutId id="2147483664" r:id="rId5"/>
    <p:sldLayoutId id="2147483666" r:id="rId6"/>
    <p:sldLayoutId id="2147483667" r:id="rId7"/>
    <p:sldLayoutId id="2147483671" r:id="rId8"/>
    <p:sldLayoutId id="2147483675" r:id="rId9"/>
    <p:sldLayoutId id="2147483672" r:id="rId10"/>
    <p:sldLayoutId id="2147483673" r:id="rId11"/>
    <p:sldLayoutId id="2147483676" r:id="rId12"/>
  </p:sldLayoutIdLst>
  <p:hf hdr="0" ftr="0" dt="0"/>
  <p:txStyles>
    <p:titleStyle>
      <a:lvl1pPr algn="l" defTabSz="914400" rtl="0" eaLnBrk="1" latinLnBrk="0" hangingPunct="1">
        <a:lnSpc>
          <a:spcPct val="90000"/>
        </a:lnSpc>
        <a:spcBef>
          <a:spcPct val="0"/>
        </a:spcBef>
        <a:buNone/>
        <a:defRPr sz="3200" kern="1200">
          <a:solidFill>
            <a:schemeClr val="tx1"/>
          </a:solidFill>
          <a:latin typeface="Segoe UI Light"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9499" y="1804562"/>
            <a:ext cx="11517808" cy="1362490"/>
          </a:xfrm>
        </p:spPr>
        <p:txBody>
          <a:bodyPr>
            <a:noAutofit/>
          </a:bodyPr>
          <a:lstStyle/>
          <a:p>
            <a:pPr algn="ctr">
              <a:lnSpc>
                <a:spcPct val="100000"/>
              </a:lnSpc>
            </a:pPr>
            <a:r>
              <a:rPr lang="en-US" sz="4400" b="1">
                <a:solidFill>
                  <a:srgbClr val="006269"/>
                </a:solidFill>
                <a:latin typeface="Calibri"/>
                <a:ea typeface="Calibri"/>
                <a:cs typeface="Arial"/>
              </a:rPr>
              <a:t>Tehachapi Renewable Transmission Project Chino Hills Section</a:t>
            </a:r>
            <a:endParaRPr lang="en-US" sz="4400">
              <a:solidFill>
                <a:srgbClr val="006269"/>
              </a:solidFill>
              <a:latin typeface="Calibri"/>
              <a:ea typeface="Calibri"/>
              <a:cs typeface="Segoe UI Light"/>
            </a:endParaRPr>
          </a:p>
        </p:txBody>
      </p:sp>
      <p:sp>
        <p:nvSpPr>
          <p:cNvPr id="4" name="Subtitle 1">
            <a:extLst>
              <a:ext uri="{FF2B5EF4-FFF2-40B4-BE49-F238E27FC236}">
                <a16:creationId xmlns:a16="http://schemas.microsoft.com/office/drawing/2014/main" id="{BEE0DB91-59B6-6B47-6E08-771F817FA1FB}"/>
              </a:ext>
            </a:extLst>
          </p:cNvPr>
          <p:cNvSpPr txBox="1">
            <a:spLocks/>
          </p:cNvSpPr>
          <p:nvPr/>
        </p:nvSpPr>
        <p:spPr>
          <a:xfrm>
            <a:off x="82652" y="5254346"/>
            <a:ext cx="10005683" cy="619870"/>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Segoe UI" panose="020B0502040204020203" pitchFamily="34" charset="0"/>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solidFill>
                  <a:srgbClr val="006269"/>
                </a:solidFill>
                <a:latin typeface="Calibri"/>
                <a:cs typeface="Segoe UI Light"/>
              </a:rPr>
              <a:t>Presented By:  Brian Montgomery, Pearl Baghel, Roberto Blanco</a:t>
            </a:r>
            <a:endParaRPr lang="en-US">
              <a:solidFill>
                <a:srgbClr val="006269"/>
              </a:solidFill>
              <a:latin typeface="Calibri"/>
              <a:cs typeface="Segoe UI Light" panose="020B0502040204020203" pitchFamily="34" charset="0"/>
            </a:endParaRPr>
          </a:p>
        </p:txBody>
      </p:sp>
    </p:spTree>
    <p:extLst>
      <p:ext uri="{BB962C8B-B14F-4D97-AF65-F5344CB8AC3E}">
        <p14:creationId xmlns:p14="http://schemas.microsoft.com/office/powerpoint/2010/main" val="1514352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DE4DCE-16BB-02F2-3034-539981701894}"/>
              </a:ext>
            </a:extLst>
          </p:cNvPr>
          <p:cNvSpPr>
            <a:spLocks noGrp="1"/>
          </p:cNvSpPr>
          <p:nvPr>
            <p:ph type="title"/>
          </p:nvPr>
        </p:nvSpPr>
        <p:spPr/>
        <p:txBody>
          <a:bodyPr>
            <a:normAutofit/>
          </a:bodyPr>
          <a:lstStyle/>
          <a:p>
            <a:r>
              <a:rPr lang="en-US" sz="4000" b="1">
                <a:latin typeface="Calibri"/>
                <a:ea typeface="Calibri"/>
                <a:cs typeface="Calibri"/>
              </a:rPr>
              <a:t>Background</a:t>
            </a:r>
          </a:p>
        </p:txBody>
      </p:sp>
      <p:sp>
        <p:nvSpPr>
          <p:cNvPr id="5" name="Slide Number Placeholder 4">
            <a:extLst>
              <a:ext uri="{FF2B5EF4-FFF2-40B4-BE49-F238E27FC236}">
                <a16:creationId xmlns:a16="http://schemas.microsoft.com/office/drawing/2014/main" id="{E7E18883-815C-C1C5-2E25-DBA0370357B8}"/>
              </a:ext>
            </a:extLst>
          </p:cNvPr>
          <p:cNvSpPr>
            <a:spLocks noGrp="1"/>
          </p:cNvSpPr>
          <p:nvPr>
            <p:ph type="sldNum" sz="quarter" idx="16"/>
          </p:nvPr>
        </p:nvSpPr>
        <p:spPr/>
        <p:txBody>
          <a:bodyPr/>
          <a:lstStyle/>
          <a:p>
            <a:fld id="{5E94BA17-8AE8-4651-9FD9-8589E5D42325}" type="slidenum">
              <a:rPr lang="en-US" smtClean="0"/>
              <a:pPr/>
              <a:t>1</a:t>
            </a:fld>
            <a:endParaRPr lang="en-US"/>
          </a:p>
        </p:txBody>
      </p:sp>
      <p:pic>
        <p:nvPicPr>
          <p:cNvPr id="11" name="Content Placeholder 10" descr="A map of a city&#10;&#10;AI-generated content may be incorrect.">
            <a:extLst>
              <a:ext uri="{FF2B5EF4-FFF2-40B4-BE49-F238E27FC236}">
                <a16:creationId xmlns:a16="http://schemas.microsoft.com/office/drawing/2014/main" id="{2127A6AA-1CFA-0D45-271A-F1EE6D48930C}"/>
              </a:ext>
            </a:extLst>
          </p:cNvPr>
          <p:cNvPicPr>
            <a:picLocks noGrp="1" noChangeAspect="1"/>
          </p:cNvPicPr>
          <p:nvPr>
            <p:ph sz="half" idx="1"/>
          </p:nvPr>
        </p:nvPicPr>
        <p:blipFill>
          <a:blip r:embed="rId3"/>
          <a:stretch>
            <a:fillRect/>
          </a:stretch>
        </p:blipFill>
        <p:spPr>
          <a:xfrm>
            <a:off x="588169" y="1879692"/>
            <a:ext cx="6502084" cy="4186999"/>
          </a:xfrm>
          <a:prstGeom prst="rect">
            <a:avLst/>
          </a:prstGeom>
        </p:spPr>
      </p:pic>
      <p:pic>
        <p:nvPicPr>
          <p:cNvPr id="12" name="Picture 11" descr="Commission's Reversal on Chino Hills ...">
            <a:extLst>
              <a:ext uri="{FF2B5EF4-FFF2-40B4-BE49-F238E27FC236}">
                <a16:creationId xmlns:a16="http://schemas.microsoft.com/office/drawing/2014/main" id="{CD4F0CE7-77BE-AF80-8B38-88A7C56DECBE}"/>
              </a:ext>
            </a:extLst>
          </p:cNvPr>
          <p:cNvPicPr>
            <a:picLocks noChangeAspect="1"/>
          </p:cNvPicPr>
          <p:nvPr/>
        </p:nvPicPr>
        <p:blipFill>
          <a:blip r:embed="rId4"/>
          <a:srcRect l="25196" t="1802" r="17684"/>
          <a:stretch>
            <a:fillRect/>
          </a:stretch>
        </p:blipFill>
        <p:spPr>
          <a:xfrm>
            <a:off x="8553449" y="3433191"/>
            <a:ext cx="2358807" cy="2639003"/>
          </a:xfrm>
          <a:prstGeom prst="rect">
            <a:avLst/>
          </a:prstGeom>
        </p:spPr>
      </p:pic>
      <p:pic>
        <p:nvPicPr>
          <p:cNvPr id="13" name="Picture 12">
            <a:extLst>
              <a:ext uri="{FF2B5EF4-FFF2-40B4-BE49-F238E27FC236}">
                <a16:creationId xmlns:a16="http://schemas.microsoft.com/office/drawing/2014/main" id="{4A2A19CE-F015-BC7C-73D2-7F54C55C67A3}"/>
              </a:ext>
            </a:extLst>
          </p:cNvPr>
          <p:cNvPicPr>
            <a:picLocks noChangeAspect="1"/>
          </p:cNvPicPr>
          <p:nvPr/>
        </p:nvPicPr>
        <p:blipFill>
          <a:blip r:embed="rId5"/>
          <a:srcRect l="14581" t="-135" r="18569" b="-3838"/>
          <a:stretch>
            <a:fillRect/>
          </a:stretch>
        </p:blipFill>
        <p:spPr>
          <a:xfrm>
            <a:off x="7679346" y="1035124"/>
            <a:ext cx="4113399" cy="2396632"/>
          </a:xfrm>
          <a:prstGeom prst="rect">
            <a:avLst/>
          </a:prstGeom>
        </p:spPr>
      </p:pic>
    </p:spTree>
    <p:extLst>
      <p:ext uri="{BB962C8B-B14F-4D97-AF65-F5344CB8AC3E}">
        <p14:creationId xmlns:p14="http://schemas.microsoft.com/office/powerpoint/2010/main" val="3906082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041A8-0645-966A-B630-594342B751FB}"/>
              </a:ext>
            </a:extLst>
          </p:cNvPr>
          <p:cNvSpPr>
            <a:spLocks noGrp="1"/>
          </p:cNvSpPr>
          <p:nvPr>
            <p:ph type="sldNum" sz="quarter" idx="12"/>
          </p:nvPr>
        </p:nvSpPr>
        <p:spPr/>
        <p:txBody>
          <a:bodyPr/>
          <a:lstStyle/>
          <a:p>
            <a:fld id="{5E94BA17-8AE8-4651-9FD9-8589E5D42325}" type="slidenum">
              <a:rPr lang="en-US" smtClean="0"/>
              <a:t>2</a:t>
            </a:fld>
            <a:endParaRPr lang="en-US"/>
          </a:p>
        </p:txBody>
      </p:sp>
      <p:pic>
        <p:nvPicPr>
          <p:cNvPr id="3" name="Picture 2" descr="A group of arrows with dots&#10;&#10;AI-generated content may be incorrect.">
            <a:extLst>
              <a:ext uri="{FF2B5EF4-FFF2-40B4-BE49-F238E27FC236}">
                <a16:creationId xmlns:a16="http://schemas.microsoft.com/office/drawing/2014/main" id="{2D36E415-206C-3F04-AA76-C5D74A9DFEA8}"/>
              </a:ext>
            </a:extLst>
          </p:cNvPr>
          <p:cNvPicPr>
            <a:picLocks noChangeAspect="1"/>
          </p:cNvPicPr>
          <p:nvPr/>
        </p:nvPicPr>
        <p:blipFill>
          <a:blip r:embed="rId3"/>
          <a:stretch>
            <a:fillRect/>
          </a:stretch>
        </p:blipFill>
        <p:spPr>
          <a:xfrm>
            <a:off x="1719364" y="4074375"/>
            <a:ext cx="4785720" cy="2129412"/>
          </a:xfrm>
          <a:prstGeom prst="rect">
            <a:avLst/>
          </a:prstGeom>
        </p:spPr>
      </p:pic>
      <p:pic>
        <p:nvPicPr>
          <p:cNvPr id="4" name="Picture 3">
            <a:extLst>
              <a:ext uri="{FF2B5EF4-FFF2-40B4-BE49-F238E27FC236}">
                <a16:creationId xmlns:a16="http://schemas.microsoft.com/office/drawing/2014/main" id="{23B7AB00-3D19-B2E1-8B45-790869D23D2A}"/>
              </a:ext>
            </a:extLst>
          </p:cNvPr>
          <p:cNvPicPr>
            <a:picLocks noChangeAspect="1"/>
          </p:cNvPicPr>
          <p:nvPr/>
        </p:nvPicPr>
        <p:blipFill>
          <a:blip r:embed="rId4"/>
          <a:stretch>
            <a:fillRect/>
          </a:stretch>
        </p:blipFill>
        <p:spPr>
          <a:xfrm>
            <a:off x="7818932" y="4076975"/>
            <a:ext cx="3214283" cy="2123752"/>
          </a:xfrm>
          <a:prstGeom prst="rect">
            <a:avLst/>
          </a:prstGeom>
        </p:spPr>
      </p:pic>
      <p:pic>
        <p:nvPicPr>
          <p:cNvPr id="5" name="Picture 4" descr="Screenshot 2025-11-30 at 6.56.45 PM.png">
            <a:extLst>
              <a:ext uri="{FF2B5EF4-FFF2-40B4-BE49-F238E27FC236}">
                <a16:creationId xmlns:a16="http://schemas.microsoft.com/office/drawing/2014/main" id="{73758736-FF4B-F433-84E2-DBD22F3EA2D1}"/>
              </a:ext>
            </a:extLst>
          </p:cNvPr>
          <p:cNvPicPr>
            <a:picLocks noChangeAspect="1"/>
          </p:cNvPicPr>
          <p:nvPr/>
        </p:nvPicPr>
        <p:blipFill>
          <a:blip r:embed="rId5"/>
          <a:stretch>
            <a:fillRect/>
          </a:stretch>
        </p:blipFill>
        <p:spPr>
          <a:xfrm>
            <a:off x="7866014" y="950944"/>
            <a:ext cx="3166012" cy="2353643"/>
          </a:xfrm>
          <a:prstGeom prst="rect">
            <a:avLst/>
          </a:prstGeom>
        </p:spPr>
      </p:pic>
      <p:sp>
        <p:nvSpPr>
          <p:cNvPr id="6" name="TextBox 5">
            <a:extLst>
              <a:ext uri="{FF2B5EF4-FFF2-40B4-BE49-F238E27FC236}">
                <a16:creationId xmlns:a16="http://schemas.microsoft.com/office/drawing/2014/main" id="{5D171719-7F8F-017F-9CE1-E214F3E1BC2F}"/>
              </a:ext>
            </a:extLst>
          </p:cNvPr>
          <p:cNvSpPr txBox="1"/>
          <p:nvPr/>
        </p:nvSpPr>
        <p:spPr>
          <a:xfrm>
            <a:off x="611066" y="1148146"/>
            <a:ext cx="6548624" cy="29865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13999"/>
              </a:lnSpc>
              <a:spcBef>
                <a:spcPts val="1200"/>
              </a:spcBef>
              <a:buFont typeface="Arial"/>
              <a:buChar char="•"/>
            </a:pPr>
            <a:r>
              <a:rPr lang="en-US" sz="2400">
                <a:latin typeface="Calibri"/>
                <a:ea typeface="Calibri"/>
                <a:cs typeface="Calibri"/>
              </a:rPr>
              <a:t>Exploring Options: Overhead vs. Underground</a:t>
            </a:r>
          </a:p>
          <a:p>
            <a:pPr marL="285750" indent="-285750">
              <a:spcBef>
                <a:spcPts val="1200"/>
              </a:spcBef>
              <a:buFont typeface="Arial"/>
              <a:buChar char="•"/>
            </a:pPr>
            <a:endParaRPr lang="en-US" sz="2400">
              <a:latin typeface="Calibri"/>
              <a:ea typeface="Calibri"/>
              <a:cs typeface="Calibri"/>
            </a:endParaRPr>
          </a:p>
          <a:p>
            <a:pPr marL="285750" indent="-285750">
              <a:lnSpc>
                <a:spcPct val="113999"/>
              </a:lnSpc>
              <a:spcBef>
                <a:spcPts val="1200"/>
              </a:spcBef>
              <a:buFont typeface="Arial"/>
              <a:buChar char="•"/>
            </a:pPr>
            <a:r>
              <a:rPr lang="en-US" sz="2400">
                <a:latin typeface="Calibri"/>
                <a:ea typeface="Calibri"/>
                <a:cs typeface="Calibri"/>
              </a:rPr>
              <a:t>Stakeholder Communication</a:t>
            </a:r>
          </a:p>
          <a:p>
            <a:pPr>
              <a:spcBef>
                <a:spcPts val="1200"/>
              </a:spcBef>
            </a:pPr>
            <a:endParaRPr lang="en-US" sz="2400">
              <a:latin typeface="Calibri"/>
              <a:ea typeface="Calibri"/>
              <a:cs typeface="Calibri"/>
            </a:endParaRPr>
          </a:p>
          <a:p>
            <a:pPr marL="285750" indent="-285750">
              <a:lnSpc>
                <a:spcPct val="113999"/>
              </a:lnSpc>
              <a:spcBef>
                <a:spcPts val="1200"/>
              </a:spcBef>
              <a:buFont typeface="Arial"/>
              <a:buChar char="•"/>
            </a:pPr>
            <a:r>
              <a:rPr lang="en-US" sz="2400">
                <a:latin typeface="Calibri"/>
                <a:ea typeface="Calibri"/>
                <a:cs typeface="Calibri"/>
              </a:rPr>
              <a:t>Multi-Project Environment Challenges</a:t>
            </a:r>
            <a:endParaRPr lang="en-US"/>
          </a:p>
          <a:p>
            <a:pPr algn="l"/>
            <a:endParaRPr lang="en-US">
              <a:cs typeface="Segoe UI"/>
            </a:endParaRPr>
          </a:p>
        </p:txBody>
      </p:sp>
      <p:sp>
        <p:nvSpPr>
          <p:cNvPr id="8" name="TextBox 7">
            <a:extLst>
              <a:ext uri="{FF2B5EF4-FFF2-40B4-BE49-F238E27FC236}">
                <a16:creationId xmlns:a16="http://schemas.microsoft.com/office/drawing/2014/main" id="{2F1A783F-8008-02B3-A7C7-A930E9E5606C}"/>
              </a:ext>
            </a:extLst>
          </p:cNvPr>
          <p:cNvSpPr txBox="1"/>
          <p:nvPr/>
        </p:nvSpPr>
        <p:spPr>
          <a:xfrm>
            <a:off x="604632" y="168693"/>
            <a:ext cx="4495104"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latin typeface="Calibri"/>
                <a:ea typeface="Calibri"/>
                <a:cs typeface="Segoe UI"/>
              </a:rPr>
              <a:t>Project Key Findings</a:t>
            </a:r>
            <a:endParaRPr lang="en-US" sz="4000" b="1">
              <a:latin typeface="Calibri"/>
              <a:ea typeface="Calibri"/>
            </a:endParaRPr>
          </a:p>
          <a:p>
            <a:endParaRPr lang="en-US">
              <a:cs typeface="Segoe UI"/>
            </a:endParaRPr>
          </a:p>
        </p:txBody>
      </p:sp>
    </p:spTree>
    <p:extLst>
      <p:ext uri="{BB962C8B-B14F-4D97-AF65-F5344CB8AC3E}">
        <p14:creationId xmlns:p14="http://schemas.microsoft.com/office/powerpoint/2010/main" val="2322033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risk management&#10;&#10;AI-generated content may be incorrect.">
            <a:extLst>
              <a:ext uri="{FF2B5EF4-FFF2-40B4-BE49-F238E27FC236}">
                <a16:creationId xmlns:a16="http://schemas.microsoft.com/office/drawing/2014/main" id="{8B82C65B-9675-D0CF-9053-27789794F6DE}"/>
              </a:ext>
            </a:extLst>
          </p:cNvPr>
          <p:cNvPicPr>
            <a:picLocks noChangeAspect="1"/>
          </p:cNvPicPr>
          <p:nvPr/>
        </p:nvPicPr>
        <p:blipFill>
          <a:blip r:embed="rId3"/>
          <a:stretch>
            <a:fillRect/>
          </a:stretch>
        </p:blipFill>
        <p:spPr>
          <a:xfrm>
            <a:off x="2282260" y="1021769"/>
            <a:ext cx="7315337" cy="4811166"/>
          </a:xfrm>
          <a:prstGeom prst="rect">
            <a:avLst/>
          </a:prstGeom>
          <a:noFill/>
          <a:ln>
            <a:noFill/>
          </a:ln>
        </p:spPr>
      </p:pic>
      <p:sp>
        <p:nvSpPr>
          <p:cNvPr id="4" name="TextBox 3">
            <a:extLst>
              <a:ext uri="{FF2B5EF4-FFF2-40B4-BE49-F238E27FC236}">
                <a16:creationId xmlns:a16="http://schemas.microsoft.com/office/drawing/2014/main" id="{CF4D2957-CC65-B99B-2F46-82F3EB2BE744}"/>
              </a:ext>
            </a:extLst>
          </p:cNvPr>
          <p:cNvSpPr txBox="1"/>
          <p:nvPr/>
        </p:nvSpPr>
        <p:spPr>
          <a:xfrm>
            <a:off x="452895" y="217003"/>
            <a:ext cx="10515600" cy="909454"/>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000" b="1">
                <a:latin typeface="Calibri"/>
                <a:ea typeface="Calibri"/>
                <a:cs typeface="Calibri"/>
              </a:rPr>
              <a:t>Key Risk Factors</a:t>
            </a:r>
          </a:p>
          <a:p>
            <a:pPr>
              <a:lnSpc>
                <a:spcPct val="90000"/>
              </a:lnSpc>
              <a:spcBef>
                <a:spcPct val="0"/>
              </a:spcBef>
              <a:spcAft>
                <a:spcPts val="600"/>
              </a:spcAft>
            </a:pPr>
            <a:endParaRPr lang="en-US" sz="3200" kern="1200">
              <a:latin typeface="Segoe UI Light" panose="020B0502040204020203" pitchFamily="34" charset="0"/>
              <a:ea typeface="+mj-ea"/>
              <a:cs typeface="+mj-cs"/>
            </a:endParaRPr>
          </a:p>
        </p:txBody>
      </p:sp>
      <p:sp>
        <p:nvSpPr>
          <p:cNvPr id="2" name="Slide Number Placeholder 1">
            <a:extLst>
              <a:ext uri="{FF2B5EF4-FFF2-40B4-BE49-F238E27FC236}">
                <a16:creationId xmlns:a16="http://schemas.microsoft.com/office/drawing/2014/main" id="{C69F5286-1652-8C84-A0D8-1734C871892D}"/>
              </a:ext>
            </a:extLst>
          </p:cNvPr>
          <p:cNvSpPr>
            <a:spLocks noGrp="1"/>
          </p:cNvSpPr>
          <p:nvPr>
            <p:ph type="sldNum" sz="quarter" idx="12"/>
          </p:nvPr>
        </p:nvSpPr>
        <p:spPr>
          <a:xfrm>
            <a:off x="11304231" y="6374108"/>
            <a:ext cx="688760" cy="365125"/>
          </a:xfrm>
        </p:spPr>
        <p:txBody>
          <a:bodyPr vert="horz" lIns="91440" tIns="45720" rIns="91440" bIns="45720" rtlCol="0" anchor="ctr">
            <a:normAutofit/>
          </a:bodyPr>
          <a:lstStyle/>
          <a:p>
            <a:pPr>
              <a:spcAft>
                <a:spcPts val="600"/>
              </a:spcAft>
            </a:pPr>
            <a:fld id="{5E94BA17-8AE8-4651-9FD9-8589E5D42325}" type="slidenum">
              <a:rPr lang="en-US" smtClean="0"/>
              <a:pPr>
                <a:spcAft>
                  <a:spcPts val="600"/>
                </a:spcAft>
              </a:pPr>
              <a:t>3</a:t>
            </a:fld>
            <a:endParaRPr lang="en-US"/>
          </a:p>
        </p:txBody>
      </p:sp>
    </p:spTree>
    <p:extLst>
      <p:ext uri="{BB962C8B-B14F-4D97-AF65-F5344CB8AC3E}">
        <p14:creationId xmlns:p14="http://schemas.microsoft.com/office/powerpoint/2010/main" val="1660837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D52B7-3AE8-62F4-1EC4-EE1EDB701D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CADD44-B744-AE6A-F97C-93D41DEE113F}"/>
              </a:ext>
            </a:extLst>
          </p:cNvPr>
          <p:cNvSpPr>
            <a:spLocks noGrp="1"/>
          </p:cNvSpPr>
          <p:nvPr>
            <p:ph type="sldNum" sz="quarter" idx="12"/>
          </p:nvPr>
        </p:nvSpPr>
        <p:spPr/>
        <p:txBody>
          <a:bodyPr/>
          <a:lstStyle/>
          <a:p>
            <a:fld id="{5E94BA17-8AE8-4651-9FD9-8589E5D42325}" type="slidenum">
              <a:rPr lang="en-US" smtClean="0"/>
              <a:t>4</a:t>
            </a:fld>
            <a:endParaRPr lang="en-US"/>
          </a:p>
        </p:txBody>
      </p:sp>
      <p:sp>
        <p:nvSpPr>
          <p:cNvPr id="6" name="TextBox 5">
            <a:extLst>
              <a:ext uri="{FF2B5EF4-FFF2-40B4-BE49-F238E27FC236}">
                <a16:creationId xmlns:a16="http://schemas.microsoft.com/office/drawing/2014/main" id="{6CE2E0C7-6E84-A253-C649-2A15F8DC98A2}"/>
              </a:ext>
            </a:extLst>
          </p:cNvPr>
          <p:cNvSpPr txBox="1"/>
          <p:nvPr/>
        </p:nvSpPr>
        <p:spPr>
          <a:xfrm>
            <a:off x="586485" y="1467694"/>
            <a:ext cx="6548624" cy="5389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13999"/>
              </a:lnSpc>
              <a:spcBef>
                <a:spcPts val="1200"/>
              </a:spcBef>
              <a:buFont typeface="Arial"/>
              <a:buChar char="•"/>
            </a:pPr>
            <a:r>
              <a:rPr lang="en-US" sz="2400">
                <a:latin typeface="Calibri"/>
                <a:ea typeface="Calibri"/>
                <a:cs typeface="Calibri"/>
              </a:rPr>
              <a:t>Cost – Underbudget</a:t>
            </a:r>
            <a:endParaRPr lang="en-US">
              <a:latin typeface="Segoe UI"/>
              <a:ea typeface="Calibri"/>
              <a:cs typeface="Segoe UI"/>
            </a:endParaRPr>
          </a:p>
          <a:p>
            <a:pPr>
              <a:lnSpc>
                <a:spcPct val="113999"/>
              </a:lnSpc>
              <a:spcBef>
                <a:spcPts val="1200"/>
              </a:spcBef>
            </a:pPr>
            <a:endParaRPr lang="en-US" sz="2400">
              <a:latin typeface="Calibri"/>
              <a:ea typeface="Calibri"/>
              <a:cs typeface="Calibri"/>
            </a:endParaRPr>
          </a:p>
          <a:p>
            <a:pPr marL="285750" indent="-285750">
              <a:lnSpc>
                <a:spcPct val="113999"/>
              </a:lnSpc>
              <a:spcBef>
                <a:spcPts val="1200"/>
              </a:spcBef>
              <a:buFont typeface="Arial"/>
              <a:buChar char="•"/>
            </a:pPr>
            <a:r>
              <a:rPr lang="en-US" sz="2400">
                <a:latin typeface="Calibri"/>
                <a:ea typeface="Calibri"/>
                <a:cs typeface="Calibri"/>
              </a:rPr>
              <a:t>Schedule – Ahead of schedule</a:t>
            </a:r>
          </a:p>
          <a:p>
            <a:pPr>
              <a:lnSpc>
                <a:spcPct val="113999"/>
              </a:lnSpc>
              <a:spcBef>
                <a:spcPts val="1200"/>
              </a:spcBef>
            </a:pPr>
            <a:endParaRPr lang="en-US" sz="2400">
              <a:latin typeface="Calibri"/>
              <a:ea typeface="Calibri"/>
              <a:cs typeface="Calibri"/>
            </a:endParaRPr>
          </a:p>
          <a:p>
            <a:pPr marL="285750" indent="-285750">
              <a:lnSpc>
                <a:spcPct val="113999"/>
              </a:lnSpc>
              <a:spcBef>
                <a:spcPts val="1200"/>
              </a:spcBef>
              <a:buFont typeface="Arial"/>
              <a:buChar char="•"/>
            </a:pPr>
            <a:r>
              <a:rPr lang="en-US" sz="2400">
                <a:latin typeface="Calibri"/>
                <a:ea typeface="Calibri"/>
                <a:cs typeface="Calibri"/>
              </a:rPr>
              <a:t>Why?</a:t>
            </a:r>
          </a:p>
          <a:p>
            <a:pPr marL="742950" lvl="1" indent="-285750">
              <a:lnSpc>
                <a:spcPct val="113999"/>
              </a:lnSpc>
              <a:spcBef>
                <a:spcPts val="1200"/>
              </a:spcBef>
              <a:buFont typeface="Courier New"/>
              <a:buChar char="o"/>
            </a:pPr>
            <a:r>
              <a:rPr lang="en-US" sz="2400">
                <a:latin typeface="Calibri"/>
                <a:ea typeface="Calibri"/>
                <a:cs typeface="Calibri"/>
              </a:rPr>
              <a:t>Overhead vs underground</a:t>
            </a:r>
          </a:p>
          <a:p>
            <a:pPr marL="742950" lvl="1" indent="-285750">
              <a:lnSpc>
                <a:spcPct val="113999"/>
              </a:lnSpc>
              <a:spcBef>
                <a:spcPts val="1200"/>
              </a:spcBef>
              <a:buFont typeface="Courier New"/>
              <a:buChar char="o"/>
            </a:pPr>
            <a:r>
              <a:rPr lang="en-US" sz="2400">
                <a:latin typeface="Calibri"/>
                <a:ea typeface="Calibri"/>
                <a:cs typeface="Calibri"/>
              </a:rPr>
              <a:t>Leveraging Crashing Opportunities</a:t>
            </a:r>
          </a:p>
          <a:p>
            <a:pPr marL="285750" indent="-285750">
              <a:lnSpc>
                <a:spcPct val="113999"/>
              </a:lnSpc>
              <a:spcBef>
                <a:spcPts val="1200"/>
              </a:spcBef>
              <a:buFont typeface="Arial"/>
              <a:buChar char="•"/>
            </a:pPr>
            <a:endParaRPr lang="en-US" sz="2400">
              <a:latin typeface="Calibri"/>
              <a:ea typeface="Calibri"/>
              <a:cs typeface="Calibri"/>
            </a:endParaRPr>
          </a:p>
          <a:p>
            <a:pPr marL="285750" indent="-285750">
              <a:lnSpc>
                <a:spcPct val="113999"/>
              </a:lnSpc>
              <a:spcBef>
                <a:spcPts val="1200"/>
              </a:spcBef>
              <a:buFont typeface="Arial"/>
              <a:buChar char="•"/>
            </a:pPr>
            <a:endParaRPr lang="en-US" sz="2400">
              <a:latin typeface="Calibri"/>
              <a:ea typeface="Calibri"/>
              <a:cs typeface="Calibri"/>
            </a:endParaRPr>
          </a:p>
          <a:p>
            <a:endParaRPr lang="en-US">
              <a:cs typeface="Segoe UI"/>
            </a:endParaRPr>
          </a:p>
        </p:txBody>
      </p:sp>
      <p:sp>
        <p:nvSpPr>
          <p:cNvPr id="8" name="TextBox 7">
            <a:extLst>
              <a:ext uri="{FF2B5EF4-FFF2-40B4-BE49-F238E27FC236}">
                <a16:creationId xmlns:a16="http://schemas.microsoft.com/office/drawing/2014/main" id="{CA6541A2-5F42-0123-CFEC-5EEBCDBCBAB5}"/>
              </a:ext>
            </a:extLst>
          </p:cNvPr>
          <p:cNvSpPr txBox="1"/>
          <p:nvPr/>
        </p:nvSpPr>
        <p:spPr>
          <a:xfrm>
            <a:off x="717330" y="197218"/>
            <a:ext cx="6769509"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latin typeface="Calibri"/>
                <a:ea typeface="Calibri"/>
                <a:cs typeface="Segoe UI"/>
              </a:rPr>
              <a:t>Performance Metrics Overview</a:t>
            </a:r>
          </a:p>
          <a:p>
            <a:endParaRPr lang="en-US">
              <a:cs typeface="Segoe UI"/>
            </a:endParaRPr>
          </a:p>
        </p:txBody>
      </p:sp>
      <p:pic>
        <p:nvPicPr>
          <p:cNvPr id="3" name="Picture 2" descr="facing delays ...">
            <a:extLst>
              <a:ext uri="{FF2B5EF4-FFF2-40B4-BE49-F238E27FC236}">
                <a16:creationId xmlns:a16="http://schemas.microsoft.com/office/drawing/2014/main" id="{3CE961EC-223C-C6CF-2A95-F7EA9D546BF8}"/>
              </a:ext>
            </a:extLst>
          </p:cNvPr>
          <p:cNvPicPr>
            <a:picLocks noChangeAspect="1"/>
          </p:cNvPicPr>
          <p:nvPr/>
        </p:nvPicPr>
        <p:blipFill>
          <a:blip r:embed="rId3"/>
          <a:stretch>
            <a:fillRect/>
          </a:stretch>
        </p:blipFill>
        <p:spPr>
          <a:xfrm>
            <a:off x="7424737" y="3693319"/>
            <a:ext cx="4283870" cy="2305050"/>
          </a:xfrm>
          <a:prstGeom prst="rect">
            <a:avLst/>
          </a:prstGeom>
        </p:spPr>
      </p:pic>
      <p:pic>
        <p:nvPicPr>
          <p:cNvPr id="4" name="Picture 3" descr="Overhead vs. underground power lines - OPPD - The Wire">
            <a:extLst>
              <a:ext uri="{FF2B5EF4-FFF2-40B4-BE49-F238E27FC236}">
                <a16:creationId xmlns:a16="http://schemas.microsoft.com/office/drawing/2014/main" id="{45FB84D5-19BC-B070-070E-46923B39158A}"/>
              </a:ext>
            </a:extLst>
          </p:cNvPr>
          <p:cNvPicPr>
            <a:picLocks noChangeAspect="1"/>
          </p:cNvPicPr>
          <p:nvPr/>
        </p:nvPicPr>
        <p:blipFill>
          <a:blip r:embed="rId4"/>
          <a:stretch>
            <a:fillRect/>
          </a:stretch>
        </p:blipFill>
        <p:spPr>
          <a:xfrm>
            <a:off x="7993856" y="821532"/>
            <a:ext cx="3121818" cy="2607468"/>
          </a:xfrm>
          <a:prstGeom prst="rect">
            <a:avLst/>
          </a:prstGeom>
        </p:spPr>
      </p:pic>
    </p:spTree>
    <p:extLst>
      <p:ext uri="{BB962C8B-B14F-4D97-AF65-F5344CB8AC3E}">
        <p14:creationId xmlns:p14="http://schemas.microsoft.com/office/powerpoint/2010/main" val="4254813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9993C-7A38-518B-38B4-180C4C81820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C07144-BFF1-98EE-3AC6-E3E903CA7BF6}"/>
              </a:ext>
            </a:extLst>
          </p:cNvPr>
          <p:cNvSpPr>
            <a:spLocks noGrp="1"/>
          </p:cNvSpPr>
          <p:nvPr>
            <p:ph type="sldNum" sz="quarter" idx="12"/>
          </p:nvPr>
        </p:nvSpPr>
        <p:spPr/>
        <p:txBody>
          <a:bodyPr/>
          <a:lstStyle/>
          <a:p>
            <a:fld id="{5E94BA17-8AE8-4651-9FD9-8589E5D42325}" type="slidenum">
              <a:rPr lang="en-US" smtClean="0"/>
              <a:t>5</a:t>
            </a:fld>
            <a:endParaRPr lang="en-US"/>
          </a:p>
        </p:txBody>
      </p:sp>
      <p:sp>
        <p:nvSpPr>
          <p:cNvPr id="8" name="TextBox 7">
            <a:extLst>
              <a:ext uri="{FF2B5EF4-FFF2-40B4-BE49-F238E27FC236}">
                <a16:creationId xmlns:a16="http://schemas.microsoft.com/office/drawing/2014/main" id="{7AA4815A-6B51-EF94-56A5-051C9E5B2D3A}"/>
              </a:ext>
            </a:extLst>
          </p:cNvPr>
          <p:cNvSpPr txBox="1"/>
          <p:nvPr/>
        </p:nvSpPr>
        <p:spPr>
          <a:xfrm>
            <a:off x="415954" y="653823"/>
            <a:ext cx="6933449"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a:latin typeface="Calibri"/>
                <a:ea typeface="Calibri"/>
                <a:cs typeface="Segoe UI"/>
              </a:rPr>
              <a:t>Performance Metrics Overview</a:t>
            </a:r>
            <a:endParaRPr lang="en-US" sz="4000" b="1">
              <a:latin typeface="Calibri"/>
              <a:ea typeface="Calibri"/>
              <a:cs typeface="Calibri"/>
            </a:endParaRPr>
          </a:p>
          <a:p>
            <a:endParaRPr lang="en-US">
              <a:cs typeface="Segoe UI"/>
            </a:endParaRPr>
          </a:p>
        </p:txBody>
      </p:sp>
      <p:sp>
        <p:nvSpPr>
          <p:cNvPr id="5" name="TextBox 4">
            <a:extLst>
              <a:ext uri="{FF2B5EF4-FFF2-40B4-BE49-F238E27FC236}">
                <a16:creationId xmlns:a16="http://schemas.microsoft.com/office/drawing/2014/main" id="{81A861D7-934F-4469-8616-3FD17A258BB4}"/>
              </a:ext>
            </a:extLst>
          </p:cNvPr>
          <p:cNvSpPr txBox="1"/>
          <p:nvPr/>
        </p:nvSpPr>
        <p:spPr>
          <a:xfrm>
            <a:off x="611066" y="1148146"/>
            <a:ext cx="6548624" cy="5235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13999"/>
              </a:lnSpc>
              <a:spcBef>
                <a:spcPts val="1200"/>
              </a:spcBef>
            </a:pPr>
            <a:endParaRPr lang="en-US" sz="2400">
              <a:latin typeface="Calibri"/>
              <a:ea typeface="Calibri"/>
              <a:cs typeface="Calibri"/>
            </a:endParaRPr>
          </a:p>
          <a:p>
            <a:pPr marL="342900" indent="-342900">
              <a:lnSpc>
                <a:spcPct val="113999"/>
              </a:lnSpc>
              <a:spcBef>
                <a:spcPts val="1200"/>
              </a:spcBef>
              <a:buFont typeface="Arial"/>
              <a:buChar char="•"/>
            </a:pPr>
            <a:r>
              <a:rPr lang="en-US" sz="2400">
                <a:latin typeface="Calibri"/>
                <a:ea typeface="Calibri"/>
                <a:cs typeface="Calibri"/>
              </a:rPr>
              <a:t>Tracking performance through Metrics</a:t>
            </a:r>
          </a:p>
          <a:p>
            <a:pPr marL="800100" lvl="1" indent="-342900">
              <a:lnSpc>
                <a:spcPct val="113999"/>
              </a:lnSpc>
              <a:spcBef>
                <a:spcPts val="1200"/>
              </a:spcBef>
              <a:buFont typeface="Courier New"/>
              <a:buChar char="o"/>
            </a:pPr>
            <a:r>
              <a:rPr lang="en-US" sz="2400">
                <a:latin typeface="Calibri"/>
                <a:ea typeface="Calibri"/>
                <a:cs typeface="Calibri"/>
              </a:rPr>
              <a:t>EV, PV, AC, SPI, and CPI</a:t>
            </a:r>
          </a:p>
          <a:p>
            <a:pPr lvl="1">
              <a:lnSpc>
                <a:spcPct val="113999"/>
              </a:lnSpc>
              <a:spcBef>
                <a:spcPts val="1200"/>
              </a:spcBef>
            </a:pPr>
            <a:endParaRPr lang="en-US" sz="2400">
              <a:latin typeface="Calibri"/>
              <a:ea typeface="Calibri"/>
              <a:cs typeface="Calibri"/>
            </a:endParaRPr>
          </a:p>
          <a:p>
            <a:pPr marL="342900" indent="-342900">
              <a:lnSpc>
                <a:spcPct val="113999"/>
              </a:lnSpc>
              <a:spcBef>
                <a:spcPts val="1200"/>
              </a:spcBef>
              <a:buFont typeface="Arial"/>
              <a:buChar char="•"/>
            </a:pPr>
            <a:r>
              <a:rPr lang="en-US" sz="2400">
                <a:latin typeface="Calibri"/>
                <a:ea typeface="Calibri"/>
                <a:cs typeface="Calibri"/>
              </a:rPr>
              <a:t>Quality</a:t>
            </a:r>
          </a:p>
          <a:p>
            <a:pPr marL="800100" lvl="1" indent="-342900">
              <a:lnSpc>
                <a:spcPct val="113999"/>
              </a:lnSpc>
              <a:spcBef>
                <a:spcPts val="1200"/>
              </a:spcBef>
              <a:buFont typeface="Courier New"/>
              <a:buChar char="o"/>
            </a:pPr>
            <a:r>
              <a:rPr lang="en-US" sz="2400">
                <a:latin typeface="Calibri"/>
                <a:ea typeface="Calibri"/>
                <a:cs typeface="Calibri"/>
              </a:rPr>
              <a:t>Incorporating the environmental and company policy</a:t>
            </a:r>
            <a:endParaRPr lang="en-US">
              <a:cs typeface="Segoe UI"/>
            </a:endParaRPr>
          </a:p>
          <a:p>
            <a:pPr marL="285750" indent="-285750">
              <a:lnSpc>
                <a:spcPct val="113999"/>
              </a:lnSpc>
              <a:spcBef>
                <a:spcPts val="1200"/>
              </a:spcBef>
              <a:buFont typeface="Arial"/>
              <a:buChar char="•"/>
            </a:pPr>
            <a:endParaRPr lang="en-US" sz="2400">
              <a:latin typeface="Calibri"/>
              <a:ea typeface="Calibri"/>
              <a:cs typeface="Calibri"/>
            </a:endParaRPr>
          </a:p>
          <a:p>
            <a:pPr marL="285750" indent="-285750">
              <a:lnSpc>
                <a:spcPct val="113999"/>
              </a:lnSpc>
              <a:spcBef>
                <a:spcPts val="1200"/>
              </a:spcBef>
              <a:buFont typeface="Arial"/>
              <a:buChar char="•"/>
            </a:pPr>
            <a:endParaRPr lang="en-US" sz="2400">
              <a:latin typeface="Calibri"/>
              <a:ea typeface="Calibri"/>
              <a:cs typeface="Calibri"/>
            </a:endParaRPr>
          </a:p>
          <a:p>
            <a:endParaRPr lang="en-US">
              <a:cs typeface="Segoe UI"/>
            </a:endParaRPr>
          </a:p>
        </p:txBody>
      </p:sp>
      <p:pic>
        <p:nvPicPr>
          <p:cNvPr id="10" name="Picture 9" descr="A graph with colored lines and numbers&#10;&#10;AI-generated content may be incorrect.">
            <a:extLst>
              <a:ext uri="{FF2B5EF4-FFF2-40B4-BE49-F238E27FC236}">
                <a16:creationId xmlns:a16="http://schemas.microsoft.com/office/drawing/2014/main" id="{D790E373-5E90-A337-0E7D-B0203C5561FD}"/>
              </a:ext>
            </a:extLst>
          </p:cNvPr>
          <p:cNvPicPr>
            <a:picLocks noChangeAspect="1"/>
          </p:cNvPicPr>
          <p:nvPr/>
        </p:nvPicPr>
        <p:blipFill>
          <a:blip r:embed="rId3"/>
          <a:stretch>
            <a:fillRect/>
          </a:stretch>
        </p:blipFill>
        <p:spPr>
          <a:xfrm>
            <a:off x="6792314" y="1924050"/>
            <a:ext cx="5019675" cy="3009900"/>
          </a:xfrm>
          <a:prstGeom prst="rect">
            <a:avLst/>
          </a:prstGeom>
        </p:spPr>
      </p:pic>
    </p:spTree>
    <p:extLst>
      <p:ext uri="{BB962C8B-B14F-4D97-AF65-F5344CB8AC3E}">
        <p14:creationId xmlns:p14="http://schemas.microsoft.com/office/powerpoint/2010/main" val="168062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6AAA9-CAF8-2C1C-866F-AC65195DA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A3963-4A41-2D24-2C03-8389E9F12A3A}"/>
              </a:ext>
            </a:extLst>
          </p:cNvPr>
          <p:cNvSpPr>
            <a:spLocks noGrp="1"/>
          </p:cNvSpPr>
          <p:nvPr>
            <p:ph type="title"/>
          </p:nvPr>
        </p:nvSpPr>
        <p:spPr>
          <a:xfrm>
            <a:off x="838200" y="365127"/>
            <a:ext cx="10515600" cy="1325563"/>
          </a:xfrm>
        </p:spPr>
        <p:txBody>
          <a:bodyPr anchor="ctr">
            <a:normAutofit/>
          </a:bodyPr>
          <a:lstStyle/>
          <a:p>
            <a:r>
              <a:rPr lang="en-US" sz="4000" b="1">
                <a:latin typeface="Calibri"/>
                <a:ea typeface="Calibri"/>
                <a:cs typeface="Calibri"/>
              </a:rPr>
              <a:t>Recommendations</a:t>
            </a:r>
          </a:p>
        </p:txBody>
      </p:sp>
      <p:sp>
        <p:nvSpPr>
          <p:cNvPr id="3" name="Content Placeholder 2">
            <a:extLst>
              <a:ext uri="{FF2B5EF4-FFF2-40B4-BE49-F238E27FC236}">
                <a16:creationId xmlns:a16="http://schemas.microsoft.com/office/drawing/2014/main" id="{29737254-247B-137F-7E39-FCD473F6B451}"/>
              </a:ext>
            </a:extLst>
          </p:cNvPr>
          <p:cNvSpPr>
            <a:spLocks noGrp="1"/>
          </p:cNvSpPr>
          <p:nvPr>
            <p:ph sz="half" idx="1"/>
          </p:nvPr>
        </p:nvSpPr>
        <p:spPr>
          <a:xfrm>
            <a:off x="838200" y="1739361"/>
            <a:ext cx="4563374" cy="4437602"/>
          </a:xfrm>
        </p:spPr>
        <p:txBody>
          <a:bodyPr vert="horz" lIns="91440" tIns="45720" rIns="91440" bIns="45720" rtlCol="0" anchor="t">
            <a:normAutofit/>
          </a:bodyPr>
          <a:lstStyle/>
          <a:p>
            <a:r>
              <a:rPr lang="en-US" sz="2400">
                <a:latin typeface="Calibri"/>
                <a:cs typeface="Segoe UI"/>
              </a:rPr>
              <a:t>Use one shared repository for all project documents.</a:t>
            </a:r>
          </a:p>
          <a:p>
            <a:pPr marL="0" indent="0">
              <a:buNone/>
            </a:pPr>
            <a:endParaRPr lang="en-US" sz="2400">
              <a:latin typeface="Calibri"/>
            </a:endParaRPr>
          </a:p>
          <a:p>
            <a:r>
              <a:rPr lang="en-US" sz="2400">
                <a:latin typeface="Calibri"/>
                <a:cs typeface="Segoe UI"/>
              </a:rPr>
              <a:t>Audit documents at each milestone.</a:t>
            </a:r>
          </a:p>
          <a:p>
            <a:pPr marL="0" indent="0">
              <a:buNone/>
            </a:pPr>
            <a:endParaRPr lang="en-US" sz="2400">
              <a:latin typeface="Calibri"/>
            </a:endParaRPr>
          </a:p>
          <a:p>
            <a:r>
              <a:rPr lang="en-US" sz="2400">
                <a:latin typeface="Calibri"/>
                <a:cs typeface="Segoe UI"/>
              </a:rPr>
              <a:t>Align the team on project vision and scope.</a:t>
            </a:r>
          </a:p>
          <a:p>
            <a:pPr>
              <a:spcBef>
                <a:spcPts val="1200"/>
              </a:spcBef>
            </a:pPr>
            <a:endParaRPr lang="en-US"/>
          </a:p>
        </p:txBody>
      </p:sp>
      <p:pic>
        <p:nvPicPr>
          <p:cNvPr id="6" name="Picture 5" descr="680+ Thousand Tips Royalty-Free Images, Stock Photos &amp; Pictures |  Shutterstock">
            <a:extLst>
              <a:ext uri="{FF2B5EF4-FFF2-40B4-BE49-F238E27FC236}">
                <a16:creationId xmlns:a16="http://schemas.microsoft.com/office/drawing/2014/main" id="{1EA4DC56-E4DF-47E4-73FA-EA2B55EBD948}"/>
              </a:ext>
            </a:extLst>
          </p:cNvPr>
          <p:cNvPicPr>
            <a:picLocks noChangeAspect="1"/>
          </p:cNvPicPr>
          <p:nvPr/>
        </p:nvPicPr>
        <p:blipFill>
          <a:blip r:embed="rId3"/>
          <a:srcRect l="9211" t="-2352" r="567" b="6271"/>
          <a:stretch>
            <a:fillRect/>
          </a:stretch>
        </p:blipFill>
        <p:spPr>
          <a:xfrm>
            <a:off x="5559694" y="1334998"/>
            <a:ext cx="6256386" cy="4180805"/>
          </a:xfrm>
          <a:prstGeom prst="rect">
            <a:avLst/>
          </a:prstGeom>
          <a:noFill/>
        </p:spPr>
      </p:pic>
      <p:sp>
        <p:nvSpPr>
          <p:cNvPr id="4" name="Slide Number Placeholder 3">
            <a:extLst>
              <a:ext uri="{FF2B5EF4-FFF2-40B4-BE49-F238E27FC236}">
                <a16:creationId xmlns:a16="http://schemas.microsoft.com/office/drawing/2014/main" id="{22CC5728-0B2E-D2E9-EE84-C03D94B448F1}"/>
              </a:ext>
            </a:extLst>
          </p:cNvPr>
          <p:cNvSpPr>
            <a:spLocks noGrp="1"/>
          </p:cNvSpPr>
          <p:nvPr>
            <p:ph type="sldNum" sz="quarter" idx="12"/>
          </p:nvPr>
        </p:nvSpPr>
        <p:spPr>
          <a:xfrm>
            <a:off x="11304231" y="6374108"/>
            <a:ext cx="688760" cy="365125"/>
          </a:xfrm>
        </p:spPr>
        <p:txBody>
          <a:bodyPr anchor="ctr">
            <a:normAutofit/>
          </a:bodyPr>
          <a:lstStyle/>
          <a:p>
            <a:pPr>
              <a:spcAft>
                <a:spcPts val="600"/>
              </a:spcAft>
            </a:pPr>
            <a:fld id="{5E94BA17-8AE8-4651-9FD9-8589E5D42325}" type="slidenum">
              <a:rPr lang="en-US" smtClean="0"/>
              <a:pPr>
                <a:spcAft>
                  <a:spcPts val="600"/>
                </a:spcAft>
              </a:pPr>
              <a:t>6</a:t>
            </a:fld>
            <a:endParaRPr lang="en-US"/>
          </a:p>
        </p:txBody>
      </p:sp>
    </p:spTree>
    <p:extLst>
      <p:ext uri="{BB962C8B-B14F-4D97-AF65-F5344CB8AC3E}">
        <p14:creationId xmlns:p14="http://schemas.microsoft.com/office/powerpoint/2010/main" val="886131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7CD2C-F7A2-960F-4576-513BA50518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AE1F42-6991-CBE0-6830-324AF4748A7B}"/>
              </a:ext>
            </a:extLst>
          </p:cNvPr>
          <p:cNvSpPr>
            <a:spLocks noGrp="1"/>
          </p:cNvSpPr>
          <p:nvPr>
            <p:ph sz="half" idx="1"/>
          </p:nvPr>
        </p:nvSpPr>
        <p:spPr>
          <a:xfrm>
            <a:off x="471256" y="1384298"/>
            <a:ext cx="5491391" cy="5176045"/>
          </a:xfrm>
        </p:spPr>
        <p:txBody>
          <a:bodyPr vert="horz" lIns="91440" tIns="45720" rIns="91440" bIns="45720" rtlCol="0" anchor="t">
            <a:normAutofit/>
          </a:bodyPr>
          <a:lstStyle/>
          <a:p>
            <a:pPr>
              <a:lnSpc>
                <a:spcPct val="114000"/>
              </a:lnSpc>
              <a:spcBef>
                <a:spcPts val="1200"/>
              </a:spcBef>
            </a:pPr>
            <a:r>
              <a:rPr lang="en-US" sz="2400">
                <a:latin typeface="Calibri"/>
                <a:cs typeface="Segoe UI"/>
              </a:rPr>
              <a:t>Serving More Customers, Cheaper, Cleaner, and Sooner</a:t>
            </a:r>
            <a:endParaRPr lang="en-US"/>
          </a:p>
          <a:p>
            <a:pPr marL="0" indent="0">
              <a:lnSpc>
                <a:spcPct val="113999"/>
              </a:lnSpc>
              <a:spcBef>
                <a:spcPts val="1200"/>
              </a:spcBef>
              <a:buNone/>
            </a:pPr>
            <a:endParaRPr lang="en-US" sz="2400">
              <a:latin typeface="Calibri"/>
            </a:endParaRPr>
          </a:p>
          <a:p>
            <a:pPr>
              <a:lnSpc>
                <a:spcPct val="113999"/>
              </a:lnSpc>
              <a:spcBef>
                <a:spcPts val="1200"/>
              </a:spcBef>
            </a:pPr>
            <a:r>
              <a:rPr lang="en-US" sz="2400">
                <a:latin typeface="Calibri"/>
                <a:cs typeface="Segoe UI"/>
              </a:rPr>
              <a:t>Good Performance Translates to more Government Contracts</a:t>
            </a:r>
          </a:p>
          <a:p>
            <a:pPr marL="0" indent="0">
              <a:lnSpc>
                <a:spcPct val="113999"/>
              </a:lnSpc>
              <a:spcBef>
                <a:spcPts val="1200"/>
              </a:spcBef>
              <a:buNone/>
            </a:pPr>
            <a:endParaRPr lang="en-US" sz="2400">
              <a:latin typeface="Calibri"/>
            </a:endParaRPr>
          </a:p>
          <a:p>
            <a:pPr>
              <a:lnSpc>
                <a:spcPct val="113999"/>
              </a:lnSpc>
              <a:spcBef>
                <a:spcPts val="1200"/>
              </a:spcBef>
            </a:pPr>
            <a:r>
              <a:rPr lang="en-US" sz="2400">
                <a:latin typeface="Calibri"/>
                <a:cs typeface="Segoe UI"/>
              </a:rPr>
              <a:t>Large Scale Documentation Processes Enable Efficient Management of Future Projects</a:t>
            </a:r>
            <a:r>
              <a:rPr lang="en-US" sz="2600">
                <a:latin typeface="Calibri"/>
                <a:cs typeface="Segoe UI"/>
              </a:rPr>
              <a:t> </a:t>
            </a:r>
            <a:endParaRPr lang="en-US" sz="2600">
              <a:latin typeface="Calibri"/>
            </a:endParaRPr>
          </a:p>
          <a:p>
            <a:pPr marL="0" indent="0">
              <a:lnSpc>
                <a:spcPct val="113999"/>
              </a:lnSpc>
              <a:spcBef>
                <a:spcPts val="1200"/>
              </a:spcBef>
              <a:buNone/>
            </a:pPr>
            <a:endParaRPr lang="en-US"/>
          </a:p>
          <a:p>
            <a:pPr marL="0" indent="0">
              <a:lnSpc>
                <a:spcPct val="113999"/>
              </a:lnSpc>
              <a:spcBef>
                <a:spcPts val="1200"/>
              </a:spcBef>
              <a:buNone/>
            </a:pPr>
            <a:endParaRPr lang="en-US"/>
          </a:p>
        </p:txBody>
      </p:sp>
      <p:sp>
        <p:nvSpPr>
          <p:cNvPr id="2" name="Title 1">
            <a:extLst>
              <a:ext uri="{FF2B5EF4-FFF2-40B4-BE49-F238E27FC236}">
                <a16:creationId xmlns:a16="http://schemas.microsoft.com/office/drawing/2014/main" id="{0401EF8A-68FB-73C8-895E-09FB2DBBA885}"/>
              </a:ext>
            </a:extLst>
          </p:cNvPr>
          <p:cNvSpPr>
            <a:spLocks noGrp="1"/>
          </p:cNvSpPr>
          <p:nvPr>
            <p:ph type="title"/>
          </p:nvPr>
        </p:nvSpPr>
        <p:spPr>
          <a:xfrm>
            <a:off x="471256" y="186434"/>
            <a:ext cx="10515600" cy="909454"/>
          </a:xfrm>
        </p:spPr>
        <p:txBody>
          <a:bodyPr anchor="ctr">
            <a:normAutofit/>
          </a:bodyPr>
          <a:lstStyle/>
          <a:p>
            <a:r>
              <a:rPr lang="en-US" sz="4000" b="1">
                <a:latin typeface="Calibri"/>
                <a:ea typeface="Calibri"/>
                <a:cs typeface="Calibri"/>
              </a:rPr>
              <a:t>Business Implications</a:t>
            </a:r>
          </a:p>
        </p:txBody>
      </p:sp>
      <p:sp>
        <p:nvSpPr>
          <p:cNvPr id="4" name="Slide Number Placeholder 3">
            <a:extLst>
              <a:ext uri="{FF2B5EF4-FFF2-40B4-BE49-F238E27FC236}">
                <a16:creationId xmlns:a16="http://schemas.microsoft.com/office/drawing/2014/main" id="{351E9C1B-2536-E205-F1A9-1E922669E4B3}"/>
              </a:ext>
            </a:extLst>
          </p:cNvPr>
          <p:cNvSpPr>
            <a:spLocks noGrp="1"/>
          </p:cNvSpPr>
          <p:nvPr>
            <p:ph type="sldNum" sz="quarter" idx="16"/>
          </p:nvPr>
        </p:nvSpPr>
        <p:spPr>
          <a:xfrm>
            <a:off x="11304231" y="6374108"/>
            <a:ext cx="688760" cy="365125"/>
          </a:xfrm>
        </p:spPr>
        <p:txBody>
          <a:bodyPr anchor="ctr">
            <a:normAutofit/>
          </a:bodyPr>
          <a:lstStyle/>
          <a:p>
            <a:pPr>
              <a:spcAft>
                <a:spcPts val="600"/>
              </a:spcAft>
            </a:pPr>
            <a:fld id="{5E94BA17-8AE8-4651-9FD9-8589E5D42325}" type="slidenum">
              <a:rPr lang="en-US" smtClean="0"/>
              <a:pPr>
                <a:spcAft>
                  <a:spcPts val="600"/>
                </a:spcAft>
              </a:pPr>
              <a:t>7</a:t>
            </a:fld>
            <a:endParaRPr lang="en-US"/>
          </a:p>
        </p:txBody>
      </p:sp>
      <p:pic>
        <p:nvPicPr>
          <p:cNvPr id="5" name="Picture 4" descr="What is organic growth in business? Strategies for success - Innovate UK  Business Connect">
            <a:extLst>
              <a:ext uri="{FF2B5EF4-FFF2-40B4-BE49-F238E27FC236}">
                <a16:creationId xmlns:a16="http://schemas.microsoft.com/office/drawing/2014/main" id="{96488852-3D71-8CE0-EBFA-3C6CB8053034}"/>
              </a:ext>
            </a:extLst>
          </p:cNvPr>
          <p:cNvPicPr>
            <a:picLocks noChangeAspect="1"/>
          </p:cNvPicPr>
          <p:nvPr/>
        </p:nvPicPr>
        <p:blipFill>
          <a:blip r:embed="rId3"/>
          <a:stretch>
            <a:fillRect/>
          </a:stretch>
        </p:blipFill>
        <p:spPr>
          <a:xfrm>
            <a:off x="7888638" y="706936"/>
            <a:ext cx="3634351" cy="2783582"/>
          </a:xfrm>
          <a:prstGeom prst="rect">
            <a:avLst/>
          </a:prstGeom>
        </p:spPr>
      </p:pic>
      <p:pic>
        <p:nvPicPr>
          <p:cNvPr id="6" name="Picture 5" descr="7,600+ Customer Centric Approach Stock Photos, Pictures &amp; Royalty-Free  Images - iStock">
            <a:extLst>
              <a:ext uri="{FF2B5EF4-FFF2-40B4-BE49-F238E27FC236}">
                <a16:creationId xmlns:a16="http://schemas.microsoft.com/office/drawing/2014/main" id="{300B057F-A5C3-9D6F-EDAA-A3E185EE1B66}"/>
              </a:ext>
            </a:extLst>
          </p:cNvPr>
          <p:cNvPicPr>
            <a:picLocks noChangeAspect="1"/>
          </p:cNvPicPr>
          <p:nvPr/>
        </p:nvPicPr>
        <p:blipFill>
          <a:blip r:embed="rId4"/>
          <a:stretch>
            <a:fillRect/>
          </a:stretch>
        </p:blipFill>
        <p:spPr>
          <a:xfrm>
            <a:off x="7008099" y="3746070"/>
            <a:ext cx="3620792" cy="2413861"/>
          </a:xfrm>
          <a:prstGeom prst="rect">
            <a:avLst/>
          </a:prstGeom>
        </p:spPr>
      </p:pic>
    </p:spTree>
    <p:extLst>
      <p:ext uri="{BB962C8B-B14F-4D97-AF65-F5344CB8AC3E}">
        <p14:creationId xmlns:p14="http://schemas.microsoft.com/office/powerpoint/2010/main" val="2542747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9D59F-2FFA-0CEE-E880-D412ADC27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93A31-6EAE-BC74-3062-E8DA1B4EDF38}"/>
              </a:ext>
            </a:extLst>
          </p:cNvPr>
          <p:cNvSpPr>
            <a:spLocks noGrp="1"/>
          </p:cNvSpPr>
          <p:nvPr>
            <p:ph type="title"/>
          </p:nvPr>
        </p:nvSpPr>
        <p:spPr>
          <a:xfrm>
            <a:off x="471256" y="186434"/>
            <a:ext cx="10515600" cy="909454"/>
          </a:xfrm>
        </p:spPr>
        <p:txBody>
          <a:bodyPr anchor="ctr">
            <a:normAutofit/>
          </a:bodyPr>
          <a:lstStyle/>
          <a:p>
            <a:pPr algn="ctr"/>
            <a:r>
              <a:rPr lang="en-US" sz="4000" b="1">
                <a:latin typeface="Calibri"/>
                <a:ea typeface="Calibri"/>
                <a:cs typeface="Segoe UI Light"/>
              </a:rPr>
              <a:t>Conclusion</a:t>
            </a:r>
            <a:endParaRPr lang="en-US"/>
          </a:p>
        </p:txBody>
      </p:sp>
      <p:sp>
        <p:nvSpPr>
          <p:cNvPr id="4" name="Slide Number Placeholder 3">
            <a:extLst>
              <a:ext uri="{FF2B5EF4-FFF2-40B4-BE49-F238E27FC236}">
                <a16:creationId xmlns:a16="http://schemas.microsoft.com/office/drawing/2014/main" id="{13B1D06C-EE8B-82EA-8A1F-916F8134CD9D}"/>
              </a:ext>
            </a:extLst>
          </p:cNvPr>
          <p:cNvSpPr>
            <a:spLocks noGrp="1"/>
          </p:cNvSpPr>
          <p:nvPr>
            <p:ph type="sldNum" sz="quarter" idx="16"/>
          </p:nvPr>
        </p:nvSpPr>
        <p:spPr>
          <a:xfrm>
            <a:off x="11304231" y="6374108"/>
            <a:ext cx="688760" cy="365125"/>
          </a:xfrm>
        </p:spPr>
        <p:txBody>
          <a:bodyPr anchor="ctr">
            <a:normAutofit/>
          </a:bodyPr>
          <a:lstStyle/>
          <a:p>
            <a:pPr>
              <a:spcAft>
                <a:spcPts val="600"/>
              </a:spcAft>
            </a:pPr>
            <a:fld id="{5E94BA17-8AE8-4651-9FD9-8589E5D42325}" type="slidenum">
              <a:rPr lang="en-US" smtClean="0"/>
              <a:pPr>
                <a:spcAft>
                  <a:spcPts val="600"/>
                </a:spcAft>
              </a:pPr>
              <a:t>8</a:t>
            </a:fld>
            <a:endParaRPr lang="en-US"/>
          </a:p>
        </p:txBody>
      </p:sp>
      <p:sp>
        <p:nvSpPr>
          <p:cNvPr id="3" name="TextBox 2">
            <a:extLst>
              <a:ext uri="{FF2B5EF4-FFF2-40B4-BE49-F238E27FC236}">
                <a16:creationId xmlns:a16="http://schemas.microsoft.com/office/drawing/2014/main" id="{1F241FA5-13DD-39EC-3B4F-7FA6B9A9E500}"/>
              </a:ext>
            </a:extLst>
          </p:cNvPr>
          <p:cNvSpPr txBox="1"/>
          <p:nvPr/>
        </p:nvSpPr>
        <p:spPr>
          <a:xfrm>
            <a:off x="1324708" y="2778368"/>
            <a:ext cx="956603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mn-lt"/>
                <a:cs typeface="+mn-lt"/>
              </a:rPr>
              <a:t>“The real art of project management is turning complexity into clear decisions and coordinated effort.”</a:t>
            </a:r>
          </a:p>
        </p:txBody>
      </p:sp>
    </p:spTree>
    <p:extLst>
      <p:ext uri="{BB962C8B-B14F-4D97-AF65-F5344CB8AC3E}">
        <p14:creationId xmlns:p14="http://schemas.microsoft.com/office/powerpoint/2010/main" val="3574572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oup Blank Yellow Green Question Mark Stock Vector (Royalty Free)  2323314511 | Shutterstock">
            <a:extLst>
              <a:ext uri="{FF2B5EF4-FFF2-40B4-BE49-F238E27FC236}">
                <a16:creationId xmlns:a16="http://schemas.microsoft.com/office/drawing/2014/main" id="{662D76E1-88DA-11B3-436E-20D5AE3C141B}"/>
              </a:ext>
            </a:extLst>
          </p:cNvPr>
          <p:cNvPicPr>
            <a:picLocks noChangeAspect="1"/>
          </p:cNvPicPr>
          <p:nvPr/>
        </p:nvPicPr>
        <p:blipFill>
          <a:blip r:embed="rId2"/>
          <a:srcRect t="-649" r="-178" b="5577"/>
          <a:stretch>
            <a:fillRect/>
          </a:stretch>
        </p:blipFill>
        <p:spPr>
          <a:xfrm>
            <a:off x="2034075" y="666477"/>
            <a:ext cx="8109480" cy="5525442"/>
          </a:xfrm>
          <a:prstGeom prst="rect">
            <a:avLst/>
          </a:prstGeom>
          <a:noFill/>
          <a:ln>
            <a:noFill/>
          </a:ln>
        </p:spPr>
      </p:pic>
      <p:sp>
        <p:nvSpPr>
          <p:cNvPr id="4" name="Title 3">
            <a:extLst>
              <a:ext uri="{FF2B5EF4-FFF2-40B4-BE49-F238E27FC236}">
                <a16:creationId xmlns:a16="http://schemas.microsoft.com/office/drawing/2014/main" id="{CA65AFF9-A3DE-32C2-132F-9716C5DB877E}"/>
              </a:ext>
            </a:extLst>
          </p:cNvPr>
          <p:cNvSpPr>
            <a:spLocks noGrp="1"/>
          </p:cNvSpPr>
          <p:nvPr>
            <p:ph type="title"/>
          </p:nvPr>
        </p:nvSpPr>
        <p:spPr>
          <a:xfrm>
            <a:off x="471256" y="97654"/>
            <a:ext cx="10515600" cy="909454"/>
          </a:xfrm>
        </p:spPr>
        <p:txBody>
          <a:bodyPr anchor="ctr">
            <a:normAutofit/>
          </a:bodyPr>
          <a:lstStyle/>
          <a:p>
            <a:r>
              <a:rPr lang="en-US" sz="4000" b="1">
                <a:latin typeface="Calibri"/>
                <a:ea typeface="Calibri"/>
                <a:cs typeface="Calibri"/>
              </a:rPr>
              <a:t>Q&amp;A</a:t>
            </a:r>
          </a:p>
        </p:txBody>
      </p:sp>
      <p:sp>
        <p:nvSpPr>
          <p:cNvPr id="5" name="Slide Number Placeholder 4">
            <a:extLst>
              <a:ext uri="{FF2B5EF4-FFF2-40B4-BE49-F238E27FC236}">
                <a16:creationId xmlns:a16="http://schemas.microsoft.com/office/drawing/2014/main" id="{E867B6E4-D77D-0FC2-9363-4D0574F298F2}"/>
              </a:ext>
            </a:extLst>
          </p:cNvPr>
          <p:cNvSpPr>
            <a:spLocks noGrp="1"/>
          </p:cNvSpPr>
          <p:nvPr>
            <p:ph type="sldNum" sz="quarter" idx="12"/>
          </p:nvPr>
        </p:nvSpPr>
        <p:spPr>
          <a:xfrm>
            <a:off x="11304231" y="6374108"/>
            <a:ext cx="688760" cy="365125"/>
          </a:xfrm>
        </p:spPr>
        <p:txBody>
          <a:bodyPr anchor="ctr">
            <a:normAutofit/>
          </a:bodyPr>
          <a:lstStyle/>
          <a:p>
            <a:pPr>
              <a:spcAft>
                <a:spcPts val="600"/>
              </a:spcAft>
            </a:pPr>
            <a:fld id="{5E94BA17-8AE8-4651-9FD9-8589E5D42325}" type="slidenum">
              <a:rPr lang="en-US" smtClean="0"/>
              <a:pPr>
                <a:spcAft>
                  <a:spcPts val="600"/>
                </a:spcAft>
              </a:pPr>
              <a:t>9</a:t>
            </a:fld>
            <a:endParaRPr lang="en-US"/>
          </a:p>
        </p:txBody>
      </p:sp>
    </p:spTree>
    <p:extLst>
      <p:ext uri="{BB962C8B-B14F-4D97-AF65-F5344CB8AC3E}">
        <p14:creationId xmlns:p14="http://schemas.microsoft.com/office/powerpoint/2010/main" val="3699242014"/>
      </p:ext>
    </p:extLst>
  </p:cSld>
  <p:clrMapOvr>
    <a:masterClrMapping/>
  </p:clrMapOvr>
</p:sld>
</file>

<file path=ppt/theme/theme1.xml><?xml version="1.0" encoding="utf-8"?>
<a:theme xmlns:a="http://schemas.openxmlformats.org/drawingml/2006/main" name="SCE 16x9 White Template">
  <a:themeElements>
    <a:clrScheme name="Brand Colors">
      <a:dk1>
        <a:srgbClr val="006269"/>
      </a:dk1>
      <a:lt1>
        <a:sysClr val="window" lastClr="FFFFFF"/>
      </a:lt1>
      <a:dk2>
        <a:srgbClr val="FED141"/>
      </a:dk2>
      <a:lt2>
        <a:srgbClr val="B1B3B3"/>
      </a:lt2>
      <a:accent1>
        <a:srgbClr val="00A9E0"/>
      </a:accent1>
      <a:accent2>
        <a:srgbClr val="3CDBC0"/>
      </a:accent2>
      <a:accent3>
        <a:srgbClr val="658D1B"/>
      </a:accent3>
      <a:accent4>
        <a:srgbClr val="722257"/>
      </a:accent4>
      <a:accent5>
        <a:srgbClr val="F0B323"/>
      </a:accent5>
      <a:accent6>
        <a:srgbClr val="D2D755"/>
      </a:accent6>
      <a:hlink>
        <a:srgbClr val="0563C1"/>
      </a:hlink>
      <a:folHlink>
        <a:srgbClr val="FF0000"/>
      </a:folHlink>
    </a:clrScheme>
    <a:fontScheme name="Custom 2">
      <a:majorFont>
        <a:latin typeface="Segoe UI Light"/>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E PowerPoint Template_white background_16X9.pptx" id="{5DABFFCC-2E61-465C-8B78-5040FA1D0A87}" vid="{89370293-D0AC-494F-94D6-31236BC977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C850E2F41FD0B4590753820D84A776D" ma:contentTypeVersion="13" ma:contentTypeDescription="Create a new document." ma:contentTypeScope="" ma:versionID="7f6b09801617144ca1c01a8156958de6">
  <xsd:schema xmlns:xsd="http://www.w3.org/2001/XMLSchema" xmlns:xs="http://www.w3.org/2001/XMLSchema" xmlns:p="http://schemas.microsoft.com/office/2006/metadata/properties" xmlns:ns2="75a3f05b-b47f-4de7-a1b8-2c48342fc1a9" xmlns:ns3="37bec146-3512-4d38-aef5-c19abec7e287" targetNamespace="http://schemas.microsoft.com/office/2006/metadata/properties" ma:root="true" ma:fieldsID="78bf1b1be74ccda8caf87c6ba8049369" ns2:_="" ns3:_="">
    <xsd:import namespace="75a3f05b-b47f-4de7-a1b8-2c48342fc1a9"/>
    <xsd:import namespace="37bec146-3512-4d38-aef5-c19abec7e28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a3f05b-b47f-4de7-a1b8-2c48342fc1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58c64cc-ee56-435d-b6d0-239f1a5e0d97"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bec146-3512-4d38-aef5-c19abec7e28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59c640a7-88a7-41b9-b7ef-e100d7bd6787}" ma:internalName="TaxCatchAll" ma:showField="CatchAllData" ma:web="37bec146-3512-4d38-aef5-c19abec7e2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Metadata xmlns="75a3f05b-b47f-4de7-a1b8-2c48342fc1a9" xsi:nil="true"/>
    <TaxCatchAll xmlns="37bec146-3512-4d38-aef5-c19abec7e287">
      <Value>1163</Value>
      <Value>3</Value>
    </TaxCatchAll>
    <MediaServiceFastMetadata xmlns="75a3f05b-b47f-4de7-a1b8-2c48342fc1a9" xsi:nil="true"/>
    <lcf76f155ced4ddcb4097134ff3c332f xmlns="75a3f05b-b47f-4de7-a1b8-2c48342fc1a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C0E2F9D-66A7-41EF-84E9-CE4188129509}">
  <ds:schemaRefs>
    <ds:schemaRef ds:uri="http://schemas.microsoft.com/sharepoint/v3/contenttype/forms"/>
  </ds:schemaRefs>
</ds:datastoreItem>
</file>

<file path=customXml/itemProps2.xml><?xml version="1.0" encoding="utf-8"?>
<ds:datastoreItem xmlns:ds="http://schemas.openxmlformats.org/officeDocument/2006/customXml" ds:itemID="{ABCB42A7-91D6-4A6B-9278-54F1B0EF7C82}">
  <ds:schemaRefs>
    <ds:schemaRef ds:uri="37bec146-3512-4d38-aef5-c19abec7e287"/>
    <ds:schemaRef ds:uri="75a3f05b-b47f-4de7-a1b8-2c48342fc1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586259D-D610-4E00-B57E-F6F7A69E45FB}">
  <ds:schemaRefs>
    <ds:schemaRef ds:uri="37bec146-3512-4d38-aef5-c19abec7e287"/>
    <ds:schemaRef ds:uri="41c4a20f-a504-4b85-8df9-6b1eb584e2ce"/>
    <ds:schemaRef ds:uri="75a3f05b-b47f-4de7-a1b8-2c48342fc1a9"/>
    <ds:schemaRef ds:uri="ced17bb2-4d8a-41ea-acf5-99ed1a0f0449"/>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SCE PowerPoint Template_white background_16X9</Template>
  <Application>Microsoft Office PowerPoint</Application>
  <PresentationFormat>Widescreen</PresentationFormat>
  <Slides>10</Slides>
  <Notes>8</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SCE 16x9 White Template</vt:lpstr>
      <vt:lpstr>Tehachapi Renewable Transmission Project Chino Hills Section</vt:lpstr>
      <vt:lpstr>Background</vt:lpstr>
      <vt:lpstr>PowerPoint Presentation</vt:lpstr>
      <vt:lpstr>PowerPoint Presentation</vt:lpstr>
      <vt:lpstr>PowerPoint Presentation</vt:lpstr>
      <vt:lpstr>PowerPoint Presentation</vt:lpstr>
      <vt:lpstr>Recommendations</vt:lpstr>
      <vt:lpstr>Business Implications</vt:lpstr>
      <vt:lpstr>Conclusion</vt:lpstr>
      <vt:lpstr>Q&amp;A</vt:lpstr>
    </vt:vector>
  </TitlesOfParts>
  <Company>SOUTHERN CALIFORNIA EDISON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California Edison Program Year 2024 (PY2024) Demand Response Portfolio Overview</dc:title>
  <dc:creator>Aimee Wong</dc:creator>
  <cp:revision>1</cp:revision>
  <cp:lastPrinted>2017-03-22T21:44:32Z</cp:lastPrinted>
  <dcterms:created xsi:type="dcterms:W3CDTF">2025-05-07T17:46:02Z</dcterms:created>
  <dcterms:modified xsi:type="dcterms:W3CDTF">2025-12-03T00:55:17Z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0x0101009C850E2F41FD0B4590753820D84A776D</vt:lpwstr>
  </property>
  <property fmtid="{D5CDD505-2E9C-101B-9397-08002B2CF9AE}" pid="3" name="SCE Access Classification">
    <vt:lpwstr>3;#Internal|0f615b6b-96b2-4de4-8805-5eb688dc7257</vt:lpwstr>
  </property>
  <property fmtid="{D5CDD505-2E9C-101B-9397-08002B2CF9AE}" pid="4" name="SCE Reference Materials">
    <vt:lpwstr>1163;#Template|3500858a-f2b5-4fc9-ac61-cbf6535bebae</vt:lpwstr>
  </property>
  <property fmtid="{D5CDD505-2E9C-101B-9397-08002B2CF9AE}" pid="5" name="SCE Owner">
    <vt:lpwstr/>
  </property>
  <property fmtid="{D5CDD505-2E9C-101B-9397-08002B2CF9AE}" pid="6" name="SCE_x0020_Handling_x0020_Classifications">
    <vt:lpwstr/>
  </property>
  <property fmtid="{D5CDD505-2E9C-101B-9397-08002B2CF9AE}" pid="7" name="SCEDocumentType">
    <vt:lpwstr/>
  </property>
  <property fmtid="{D5CDD505-2E9C-101B-9397-08002B2CF9AE}" pid="8" name="SCE Handling Classifications">
    <vt:lpwstr/>
  </property>
  <property fmtid="{D5CDD505-2E9C-101B-9397-08002B2CF9AE}" pid="9" name="MSIP_Label_bc3dd1c7-2c40-4a31-84b2-bec599b321a0_Enabled">
    <vt:lpwstr>true</vt:lpwstr>
  </property>
  <property fmtid="{D5CDD505-2E9C-101B-9397-08002B2CF9AE}" pid="10" name="MSIP_Label_bc3dd1c7-2c40-4a31-84b2-bec599b321a0_SetDate">
    <vt:lpwstr>2025-05-07T17:46:11Z</vt:lpwstr>
  </property>
  <property fmtid="{D5CDD505-2E9C-101B-9397-08002B2CF9AE}" pid="11" name="MSIP_Label_bc3dd1c7-2c40-4a31-84b2-bec599b321a0_Method">
    <vt:lpwstr>Standard</vt:lpwstr>
  </property>
  <property fmtid="{D5CDD505-2E9C-101B-9397-08002B2CF9AE}" pid="12" name="MSIP_Label_bc3dd1c7-2c40-4a31-84b2-bec599b321a0_Name">
    <vt:lpwstr>bc3dd1c7-2c40-4a31-84b2-bec599b321a0</vt:lpwstr>
  </property>
  <property fmtid="{D5CDD505-2E9C-101B-9397-08002B2CF9AE}" pid="13" name="MSIP_Label_bc3dd1c7-2c40-4a31-84b2-bec599b321a0_SiteId">
    <vt:lpwstr>5b2a8fee-4c95-4bdc-8aae-196f8aacb1b6</vt:lpwstr>
  </property>
  <property fmtid="{D5CDD505-2E9C-101B-9397-08002B2CF9AE}" pid="14" name="MSIP_Label_bc3dd1c7-2c40-4a31-84b2-bec599b321a0_ActionId">
    <vt:lpwstr>a476f5f8-eb9b-4f34-8244-de7218c972ee</vt:lpwstr>
  </property>
  <property fmtid="{D5CDD505-2E9C-101B-9397-08002B2CF9AE}" pid="15" name="MSIP_Label_bc3dd1c7-2c40-4a31-84b2-bec599b321a0_ContentBits">
    <vt:lpwstr>0</vt:lpwstr>
  </property>
  <property fmtid="{D5CDD505-2E9C-101B-9397-08002B2CF9AE}" pid="16" name="MSIP_Label_bc3dd1c7-2c40-4a31-84b2-bec599b321a0_Tag">
    <vt:lpwstr>10, 3, 0, 1</vt:lpwstr>
  </property>
</Properties>
</file>